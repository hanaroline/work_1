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돈의 종류가 다르거나, 아직 못 본 위험이 있거나. 앞의 둘로 설명이 안 되면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60.9%로 지수만 담은 상품 평균(40.5%)보다 큰 것도 맞습니다. 다만 컴퓨터로 똑같이 돌려본 손해 볼 가능성은 8.9%로 지수만 담은 상품 평균(15.8%)보다 낮고, 지수만 담은 6종 중 5종보다도 낮습니다. 두 자산이 0.94만큼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17.8%로 지수만 담은 상품 평균(15.8%)보다 높습니다. 그런데도 올린 이유는 안전해서가 아니라 대가가 크기 때문입니다 — 손해 볼 가능성 1%마다 연 1.76%로, 지수 상품 평균 0.95%의 1.8배입니다.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18.9%로 지수만 담은 상품 평균(15.8%)보다 높습니다. 그런데도 올린 이유는 안전해서가 아니라 대가가 크기 때문입니다 — 손해 볼 가능성 1%마다 연 2.11%로, 지수 상품 평균 0.95%의 2.2배입니다.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2026.08.24(월) 09:27 — 현재 청약 진행중 17건.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6 · 섞임 3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1.8배입니다.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사이 매일 하루도 빠짐없이 가입했다고 치고 계산 (제38031회 5,100번)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횟수(40,000번)·똑같은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1.8배이고, 가격 출렁임도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제38042회가 24.8%로 종목 섞인 상품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제38042회는 선이 45%(이번 주에서 가장 높아 여유가 제일 적음)에 같이 움직임 0.19, 제38044회는 선이 35%에 같이 움직임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13종 = 넣는 순간의 값어치가 제값보다 5% 넘게 깎이지는 않은 상품 — 나머지 4종은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97짝에서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+0.34%p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0.50%(제38046회) ~ 2.68%(제38044회).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0.66인데, 잃을 때 얼마나 잃는지까지 곱하면 0.82로 올라갑니다. 확률이 못 잡는 부분이 손실의 크기입니다 — 지수만 담은 상품은 손해가 나면 65%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셋입니다. 셋 다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기초자산도, 적용 변동성(60.9%)도,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제38037회 손실 확률 15.9% · 연 27.5%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손실 확률 15.4% · 연 19.2%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0.5%p 차인데 수익률은 8.3%p 차입니다. 끝날 기회를 3개월마다 보느냐 6개월마다 보느냐, 낙인이 25%냐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연 25.0%인데 손실 확률이 50.4%나 됩니다 — 손실 확률 1%당 0.50%로 이번 회차 꼴찌입니다. 넣는 순간의 값어치가 제값보다 -31.7%나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4종만 빼도 수익률과 변동성의 관계가 0.77 → 0.86로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돈의 종류가 달라서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연 40.0%에 손실 확률이 18.9%로, 기초자산이 똑같은 원화 제38040회(35.2% · 28.8%)보다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이자가 수익률에 섞여 들어간 것이고, 대신 이 손실 확률에 잡히지 않는 환율 위험이 따로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손실 확률은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제38044회(추천 1번) — 손실 확률 1%당 수익률 1등. 이 우위가 공시 상관 0.94 하나에 얹혀 있는지 흔들어 봤습니다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2.26%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8.9% → 11.7% 오르는 데 그치고, 손실 확률 1%당 수익률은 2.05%로 여전히 이번 회차 1등입니다. 두 기초자산의 변동성이 20.4%p나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40.0%짜리도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3.6배까지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5,088번 중 3번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손해 볼 가능성이 가장 낮은 축에 들면서, 그중에서는 수익률이 제일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10,783원이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가능성이 한 단계 올라가는 대신, 받는 수익률이 그보다 훨씬 크게 붙는 자리입니다.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빠르면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 달러가 11,000달러가 되어 돌아옵니다.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실제 값어치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주에서 가장 높은 수익률입니다. 넣는 순간의 값어치가 크게 깎이지 않은 상품 중에서 골랐습니다. USD로 넣고 USD로 돌려받는 상품이라, 위 수익률에 환율이 오르내린 만큼이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420624"/>
                <a:gridCol w="841248"/>
                <a:gridCol w="896112"/>
                <a:gridCol w="1005840"/>
                <a:gridCol w="859536"/>
                <a:gridCol w="1005840"/>
                <a:gridCol w="566928"/>
                <a:gridCol w="1280160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50468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7,768원밖에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6,834원밖에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2.9년(721번)뿐 — 큰 폭락장이 아예 빠져 있어 손실 2.07%를 20년 돌려본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43번이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7,795원밖에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자산이 똑같은 제38041회가 수익률은 더 높고(연 40.0%) 손해 볼 가능성은 더 낮습니다(18.9%) — 6개월마다 보는 이 상품과 달리 3개월마다 끝날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10,013원부터 6,834원까지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제38044회도 서류로는 0.06%지만 똑같은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3개월마다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0.06%였는데 그 기간이 좋았던 덕도 있습니다. 넉넉하게 잡으면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1.8배입니다. 다만 제38044회는 두 자산이 거의 같이 움직이고(0.94, 1이면 완전히 같이 움직임) 원금 지키는 선도 35%로 훨씬 아래에 있어서, 같은 잣대로 재면 지수 상품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2026-08-25T02:56:08Z</dcterms:created>
  <dcterms:modified xsi:type="dcterms:W3CDTF">2026-08-25T02:56:08Z</dcterms:modified>
</cp:coreProperties>
</file>