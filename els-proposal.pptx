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(6종)</c:v>
                  </c:pt>
                  <c:pt idx="1">
                    <c:v>혼합형 (3종)</c:v>
                  </c:pt>
                  <c:pt idx="2">
                    <c:v>종목형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23.3</c:v>
                </c:pt>
                <c:pt idx="2">
                  <c:v>28.4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2026.08.24~2026.08.28.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2026.08.28이 아니라 8월 25일(화)이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돈의 종류가 다르거나, 아직 못 본 위험이 있거나. 앞의 둘로 설명이 안 되면 세 번째입니다.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60.9%로 지수만 담은 상품 평균(40.5%)보다 큰 것도 맞습니다. 다만 컴퓨터로 똑같이 돌려본 손해 볼 가능성은 8.9%로 지수만 담은 상품 평균(15.8%)보다 낮고, 지수만 담은 6종 중 5종보다도 낮습니다. 두 자산이 0.94만큼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17.8%로 지수만 담은 상품 평균(15.8%)보다 높습니다. 그런데도 올린 이유는 안전해서가 아니라 대가가 크기 때문입니다 — 손해 볼 가능성 1%마다 연 1.76%로, 지수 상품 평균 0.95%의 1.8배입니다.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18.9%로 지수만 담은 상품 평균(15.8%)보다 높습니다. 그런데도 올린 이유는 안전해서가 아니라 대가가 크기 때문입니다 — 손해 볼 가능성 1%마다 연 2.11%로, 지수 상품 평균 0.95%의 2.2배입니다.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제38031~38047회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2026.08.21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/ 2029.08.31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24.0%  ·  손실 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31.3%  ·  손실 17.8%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40.0%  ·  손실 18.9%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2026.08.24(월) 09:27 — 현재 청약 진행중 17건.  개인 일반투자자 청약 마감은 8월 25일(화)입니다.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2026.08.24~2026.08.28입니다.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24일(월)~8월 25일(화) · 2일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2026.08.27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08월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8월 25일(화)까지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2026.08.28까지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6 · 섞임 3 · 개별 종목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11.5~40.0%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제38041회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2029.08.31까지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 원금을 잃을 수 있는 상품이고, 위험등급도 가장 높은 1등급입니다. 이 문서가 붙인 등급은 안전하다는 뜻이 아니라 17종끼리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제38044회는 10,013원, 가장 나쁜 제38046회는 6,834원입니다.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23.1%입니다. 가장 낮은 제38032회 8.6%부터 가장 높은 제38045회 58.3%까지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1.8배입니다.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2003.01.02~2023.08.11 사이 매일 하루도 빠짐없이 가입했다고 치고 계산 (제38031회 5,100번)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똑같은 횟수(40,000번)·똑같은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1.8배이고, 가격 출렁임도 41%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제38042회가 24.8%로 종목 섞인 상품 대부분보다 위험하고, 제38044회는 8.9%로 17종 중 2번째로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제38042회는 선이 45%(이번 주에서 가장 높아 여유가 제일 적음)에 같이 움직임 0.19, 제38044회는 선이 35%에 같이 움직임 0.94입니다.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13종 = 넣는 순간의 값어치가 제값보다 5% 넘게 깎이지는 않은 상품 — 나머지 4종은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17종으로 만들 수 있는 136짝 중 97짝에서 "수익률 높은 쪽이 손실 확률도 높다"가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손실 확률 +0.34%p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0.50%(제38046회) ~ 2.68%(제38044회).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0.66인데, 잃을 때 얼마나 잃는지까지 곱하면 0.82로 올라갑니다. 확률이 못 잡는 부분이 손실의 크기입니다 — 지수만 담은 상품은 손해가 나면 65% 남짓, 개별 종목 상품은 80%가량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셋입니다. 셋 다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6종은 기초자산도, 적용 변동성(60.9%)도,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제38037회 손실 확률 15.9% · 연 27.5%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제38043회 손실 확률 15.4% · 연 19.2%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0.5%p 차인데 수익률은 8.3%p 차입니다. 끝날 기회를 3개월마다 보느냐 6개월마다 보느냐, 낙인이 25%냐 20%냐가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4314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5482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5482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제38046회는 연 25.0%인데 손실 확률이 50.4%나 됩니다 — 손실 확률 1%당 0.50%로 이번 회차 꼴찌입니다. 넣는 순간의 값어치가 제값보다 -31.7%나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4종만 빼도 수익률과 변동성의 관계가 0.77 → 0.86로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21701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2869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돈의 종류가 달라서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322869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제38041회(USD)는 연 40.0%에 손실 확률이 18.9%로, 기초자산이 똑같은 원화 제38040회(35.2% · 28.8%)보다 더 주면서 덜 위험해 보입니다.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 이자가 수익률에 섞여 들어간 것이고, 대신 이 손실 확률에 잡히지 않는 환율 위험이 따로 붙기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상품의 손실 확률은 환율을 뺀 숫자입니다.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제38044회(추천 1번) — 손실 확률 1%당 수익률 1등. 이 우위가 공시 상관 0.94 하나에 얹혀 있는지 흔들어 봤습니다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2.26%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66928" y="491947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손실 확률은 8.9% → 11.7% 오르는 데 그치고, 손실 확률 1%당 수익률은 2.05%로 여전히 이번 회차 1등입니다. 두 기초자산의 변동성이 20.4%p나 벌어져 있어서, 같이 움직이든 말든 "더 나쁜 쪽"이 거의 항상 같은 자산이기 때문입니다. 변동성이 비슷한 짝이었다면 이렇게 버티지 못합니다.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40.0%짜리도 있는데 왜 24.0%짜리를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3.6배까지 벌어집니다."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75% 이상(-25%까지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0.06%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5,088번 중 3번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+0.13%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손해 볼 가능성이 가장 낮은 축에 들면서, 그중에서는 수익률이 제일 높습니다.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31.3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10,783원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1만원이 10,783원이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9,899원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-1.01%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가능성이 한 단계 올라가는 대신, 받는 수익률이 그보다 훨씬 크게 붙는 자리입니다.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 → 빠르면 3개월 뒤 11,000달러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 달러가 11,000달러가 되어 돌아옵니다.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18.9%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10번째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달러의 실제 값어치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9,965달러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-0.35%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주에서 가장 높은 수익률입니다. 넣는 순간의 값어치가 크게 깎이지 않은 상품 중에서 골랐습니다. USD로 넣고 USD로 돌려받는 상품이라, 위 수익률에 환율이 오르내린 만큼이 그대로 더해지거나 빠집니다.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 "만기만" = 낙인이 없어 만기 그날만 봅니다.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606040"/>
                <a:gridCol w="420624"/>
                <a:gridCol w="841248"/>
                <a:gridCol w="896112"/>
                <a:gridCol w="1005840"/>
                <a:gridCol w="859536"/>
                <a:gridCol w="1005840"/>
                <a:gridCol w="566928"/>
                <a:gridCol w="1280160"/>
                <a:gridCol w="841248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9,909달러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9,965달러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50468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제38045회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7,768원밖에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50번이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6,834원밖에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2.9년(721번)뿐 — 큰 폭락장이 아예 빠져 있어 손실 2.07%를 20년 돌려본 상품과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43.4%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43번이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7,795원밖에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35.2%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28.8%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29번이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자산이 똑같은 제38041회가 수익률은 더 높고(연 40.0%) 손해 볼 가능성은 더 낮습니다(18.9%) — 6개월마다 보는 이 상품과 달리 3개월마다 끝날 기회가 옵니다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8월 25일(화)입니다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2026.08.24~2026.08.28로 나오지만 개인 일반투자자는 8월 25일(화)까지만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10,013원부터 6,834원까지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제38044회도 서류로는 0.06%지만 똑같은 조건으로 다시 돌리면 8.9%입니다.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제38044회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8월 25일(화)까지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3개월마다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0.06%였는데 그 기간이 좋았던 덕도 있습니다. 넉넉하게 잡으면 9%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2026.08.31에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1.8배입니다. 다만 제38044회는 두 자산이 거의 같이 움직이고(0.94, 1이면 완전히 같이 움직임) 원금 지키는 선도 35%로 훨씬 아래에 있어서, 같은 잣대로 재면 지수 상품 대부분보다 오히려 낮게 나옵니다."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제38031~38047회 ELS 제안서</dc:title>
  <dc:subject>PptxGenJS Presentation</dc:subject>
  <dc:creator>미래에셋증권</dc:creator>
  <cp:lastModifiedBy>미래에셋증권</cp:lastModifiedBy>
  <cp:revision>1</cp:revision>
  <dcterms:created xsi:type="dcterms:W3CDTF">2026-08-25T02:23:59Z</dcterms:created>
  <dcterms:modified xsi:type="dcterms:W3CDTF">2026-08-25T02:23:59Z</dcterms:modified>
</cp:coreProperties>
</file>