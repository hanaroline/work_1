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(6종)</c:v>
                  </c:pt>
                  <c:pt idx="1">
                    <c:v>혼합형 (3종)</c:v>
                  </c:pt>
                  <c:pt idx="2">
                    <c:v>종목형 (8종)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15.8</c:v>
                </c:pt>
                <c:pt idx="1">
                  <c:v>23.3</c:v>
                </c:pt>
                <c:pt idx="2">
                  <c:v>28.4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17종. 청약 2026.08.24~2026.08.28.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2026.08.28이 아니라 8월 25일(화)이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돈의 종류가 다르거나, 아직 못 본 위험이 있거나. 앞의 둘로 설명이 안 되면 세 번째입니다.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60.9%로 지수만 담은 상품 평균(40.5%)보다 큰 것도 맞습니다. 다만 컴퓨터로 똑같이 돌려본 손해 볼 가능성은 8.9%로 지수만 담은 상품 평균(15.8%)보다 낮고, 지수만 담은 6종 중 5종보다도 낮습니다. 두 자산이 0.94만큼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60.9%로 지수만 담은 상품 평균(40.5%)보다 큰 것도 맞습니다. 손해 볼 가능성도 17.8%로 지수만 담은 상품 평균(15.8%)보다 높습니다. 그런데도 올린 이유는 안전해서가 아니라 대가가 크기 때문입니다 — 손해 볼 가능성 1%마다 연 1.76%로, 지수 상품 평균 0.95%의 1.8배입니다.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60.9%로 지수만 담은 상품 평균(40.5%)보다 큰 것도 맞습니다. 손해 볼 가능성도 18.9%로 지수만 담은 상품 평균(15.8%)보다 높습니다. 그런데도 올린 이유는 안전해서가 아니라 대가가 크기 때문입니다 — 손해 볼 가능성 1%마다 연 2.11%로, 지수 상품 평균 0.95%의 2.2배입니다.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제38031~38047회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제안서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2026.08.21 공시 원문 기준 · 전 17종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2026.08.28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 / 2029.08.31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24.0%  ·  손실 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31.3%  ·  손실 17.8%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40.0%  ·  손실 18.9%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2026.08.24(월) 09:27 — 현재 청약 진행중 17건.  개인 일반투자자 청약 마감은 8월 25일(화)입니다.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2026.08.24~2026.08.28입니다.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2026.08.24 ~ 2026.08.25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24일(월)~8월 25일(화) · 2일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2026.08.26 ~ 2026.08.27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2026.08.28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08월 28일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8월 25일(화)까지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2026.08.28까지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6 · 섞임 3 · 개별 종목 8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11.5~40.0%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0113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제38041회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3417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2029.08.31까지 · 중간에 끝날 수 있음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9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67215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 원금을 잃을 수 있는 상품이고, 위험등급도 가장 높은 1등급입니다. 이 문서가 붙인 등급은 안전하다는 뜻이 아니라 17종끼리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제38044회는 10,013원, 가장 나쁜 제38046회는 6,834원입니다.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23.1%입니다. 가장 낮은 제38032회 8.6%부터 가장 높은 제38045회 58.3%까지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1.8배입니다.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2003.01.02~2023.08.11 사이 매일 하루도 빠짐없이 가입했다고 치고 계산 (제38031회 5,100번)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전부를 똑같은 횟수(40,000번)·똑같은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1.8배이고, 가격 출렁임도 41% 대 70%로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제38042회가 24.8%로 종목 섞인 상품 대부분보다 위험하고, 제38044회는 8.9%로 17종 중 2번째로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"두 자산이 얼마나 같이 움직이는가"였습니다. 제38042회는 선이 45%(이번 주에서 가장 높아 여유가 제일 적음)에 같이 움직임 0.19, 제38044회는 선이 35%에 같이 움직임 0.94입니다.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자산이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13종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0.77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 (가능성 × 잃을 때의 크기)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위험도 크다"가 잘 들어맞고, 0이면 아무 관계가 없다는 뜻입니다(순서를 견주는 방식으로 쟀습니다).  값어치 멀쩡한 13종 = 넣는 순간의 값어치가 제값보다 5% 넘게 깎이지는 않은 상품 — 나머지 4종은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17종으로 만들 수 있는 136짝 중 102짝에서 "수익률 높은 쪽이 잃는 크기도 컸다"가 맞았습니다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1%p당 손해 볼 가능성 +0.34%p — 방향은 맞지만 상품마다 그 몇 배씩 들쭉날쭉합니다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위험에 받는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0.57(제38046회) ~ 3.48(제38044회). 정확히 비례한다면 전부 같아야 합니다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갚는 건 "가능성"이 아닙니다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수익률은 손해 볼 가능성(0.66)보다 평균적으로 잃는 크기(0.82)와 훨씬 잘 붙습니다. 지수만 담은 상품은 잃을 때 65% 남짓, 개별 종목 상품은 80%가량 잃습니다. 회사는 "얼마나 자주"가 아니라 "자주 × 크게"로 값을 매깁니다.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위험이 어긋나는 이유는 셋입니다. 셋 다 이번 주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6종은 기준 자산도, 가격 출렁임(60.9%)도,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 연 31.3% · 평균적으로 잃는 크기 13.6%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제38043회 연 19.2% · 평균적으로 잃는 크기 12.6%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위험이 사실상 같은데 수익률이 12.1%p 차이 납니다. 끝날 기회를 3개월마다 보느냐 6개월마다 보느냐, 원금 지키는 선이 30%냐 20%냐가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4314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5482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45482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제38046회는 연 25.0%인데 평균적으로 잃는 크기가 43.8%나 됩니다. 넣는 순간의 값어치가 제값보다 -31.7%나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4종만 빼도 수익률과 출렁임의 관계가 0.77 → 0.86로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121701" y="1316736"/>
            <a:ext cx="350306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2869" y="144475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돈의 종류가 달라서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322869" y="1755648"/>
            <a:ext cx="310073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제38041회(USD)는 연 40.0%에 평균적으로 잃는 크기가 14.2%로, 기준 자산이 똑같은 원화 제38040회(35.2% · 21.4%)보다 더 주면서 덜 위험해 보입니다.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 이자가 수익률에 섞여 들어간 것이고, 대신 이 손실 계산에 잡히지 않는 환율 위험이 따로 붙기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상품의 손해 볼 가능성은 환율을 뺀 숫자입니다.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크게 어긋난 제38044회 — 그 우위가 "두 자산이 0.94만큼 같이 움직인다"는 서류 값 하나에 얹혀 있는지 흔들어 봤습니다 (이 문서가 추천하는 상품)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77213"/>
                <a:gridCol w="1477213"/>
                <a:gridCol w="1477213"/>
                <a:gridCol w="1477213"/>
                <a:gridCol w="1477213"/>
                <a:gridCol w="1477213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0.94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 한 단위당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66928" y="513892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0.50까지 억지로 낮춰도 손해 볼 가능성은 8.9% → 11.7% 오르는 데 그치고, 위험 대비 대가는 2.69로 여전히 이번 주 1등입니다. 두 자산의 출렁임 정도가 20.4%p나 벌어져 있어서, 같이 움직이든 말든 "더 나쁜 쪽"이 거의 항상 같은 자산이기 때문입니다. 출렁임이 비슷한 짝이었다면 이렇게 버티지 못합니다.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40.0%짜리도 있는데 왜 24.0%짜리를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위험을 지고도 남들보다 많이 받는 상품이 따로 있습니다. 이번 주는 그 차이가 3.0배까지 벌어집니다."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제38044회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3개월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75% 이상(-25%까지 떨어져도 괜찮다는 뜻)이면 그 자리에서 끝나고 1만원이 10,600원이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65%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0.06%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5,088번 중 3번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2번째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10,013원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+0.13%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손해 볼 가능성이 가장 낮은 축에 들면서, 그중에서는 수익률이 제일 높습니다.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제38039회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31.3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3개월 뒤 10,783원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이상(-15%까지 떨어져도 괜찮다는 뜻)이면 그 자리에서 끝나고 1만원이 10,783원이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30%(처음 가격에서 -70%)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0.47%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5,085번 중 24번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17.8%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9번째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9,899원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-1.01%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가능성이 한 단계 올라가는 대신, 받는 수익률이 그보다 훨씬 크게 붙는 자리입니다.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제38041회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 → 빠르면 3개월 뒤 11,000달러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이상(-15%까지 떨어져도 괜찮다는 뜻)이면 그 자리에서 끝나고 1만 달러가 11,000달러가 되어 돌아옵니다.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0.47%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5,085번 중 24번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18.9%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23.1% · 낮은 쪽 10번째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 달러의 실제 값어치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9,965달러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-0.35%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60.9%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주에서 가장 높은 수익률입니다. 넣는 순간의 값어치가 크게 깎이지 않은 상품 중에서 골랐습니다. USD로 넣고 USD로 돌려받는 상품이라, 위 수익률에 환율이 오르내린 만큼이 그대로 더해지거나 빠집니다.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17종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 "만기만" = 낙인이 없어 만기 그날만 봅니다.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606040"/>
                <a:gridCol w="420624"/>
                <a:gridCol w="841248"/>
                <a:gridCol w="896112"/>
                <a:gridCol w="1005840"/>
                <a:gridCol w="859536"/>
                <a:gridCol w="1005840"/>
                <a:gridCol w="566928"/>
                <a:gridCol w="1280160"/>
                <a:gridCol w="841248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9,909달러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9,981원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9,780원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9,899원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 (USD)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9,965달러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제38038회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1.36%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9,930원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7,795원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2.07%  (2.9년)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6,834원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제38045회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50468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제38045회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마이크론 테크놀로지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30.2%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58.3%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58번이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7,768원밖에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98% — 이번 주에서 가장 심한 축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제38046회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25.0%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50.4%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50번이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6,834원밖에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과거로 돌려본 기간이 2.9년(721번)뿐 — 큰 폭락장이 아예 빠져 있어 손실 2.07%를 20년 돌려본 상품과 견줄 수 없음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제38047회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마이크론 테크놀로지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29.0%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43.4%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43번이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7,795원밖에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98% — 이번 주에서 가장 심한 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제38040회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35.2%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28.8%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29번이 손실 (이번 주 평균 23번)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자산이 똑같은 제38041회가 수익률은 더 높고(연 40.0%) 손해 볼 가능성은 더 낮습니다(18.9%) — 6개월마다 보는 이 상품과 달리 3개월마다 끝날 기회가 옵니다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481328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8월 25일(화)입니다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2026.08.24~2026.08.28로 나오지만 개인 일반투자자는 8월 25일(화)까지만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10,013원부터 6,834원까지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제38044회도 서류로는 0.06%지만 똑같은 조건으로 다시 돌리면 8.9%입니다.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제38044회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8월 25일(화)까지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3개월마다 끝날 기회가 옵니다. 지금까지는 대부분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"KOSPI200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0.06%였는데 그 기간이 좋았던 덕도 있습니다. 넉넉하게 잡으면 9%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2026.08.31에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1.8배입니다. 다만 제38044회는 두 자산이 거의 같이 움직이고(0.94, 1이면 완전히 같이 움직임) 원금 지키는 선도 35%로 훨씬 아래에 있어서, 같은 잣대로 재면 지수 상품 대부분보다 오히려 낮게 나옵니다."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빼기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2026.08.21 올라온 투자설명서 (접수번호 20260821000193)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제38031~38047회 ELS 제안서</dc:title>
  <dc:subject>PptxGenJS Presentation</dc:subject>
  <dc:creator>미래에셋증권</dc:creator>
  <cp:lastModifiedBy>미래에셋증권</cp:lastModifiedBy>
  <cp:revision>1</cp:revision>
  <dcterms:created xsi:type="dcterms:W3CDTF">2026-08-24T01:43:22Z</dcterms:created>
  <dcterms:modified xsi:type="dcterms:W3CDTF">2026-08-24T01:43:22Z</dcterms:modified>
</cp:coreProperties>
</file>