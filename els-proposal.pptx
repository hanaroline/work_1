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자산군별 손실 확률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손실 확률(평균)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공시의 손실 확률을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"종목형은 위험하지 않나요"라고 물으면 이 장을 펴십시오. 일반론은 맞고, 개별로는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SK하이닉스가 들어간 혼합형이 맞고, 적용 변동성 60.9%로 지수 평균(40.5%)보다 높은 것도 맞습니다. 다만 같은 조건 손실 확률은 8.9%로 지수형 평균(15.8%)보다 낮고 순수 지수형 6종 중 5종보다도 낮습니다. 상관계수 0.94로 거의 같이 움직여 워스트오브 불이익이 거의 없고, 낙인이 35%로 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17.8%로 지수형 평균(15.8%)보다 높습니다. 이 자리에 올린 이유는 안전해서가 아니라 대가가 크기 때문입니다 — 손실 확률 1%당 연 1.76%로, 지수형 평균 0.95%의 1.8배입니다.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18.9%로 지수형 평균(15.8%)보다 높습니다. 이 자리에 올린 이유는 안전해서가 아니라 대가가 크기 때문입니다 — 손실 확률 1%당 연 2.11%로, 지수형 평균 0.95%의 2.2배입니다.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5681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청약기간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0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0" y="29260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0" y="31821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방어를 먼저 보는 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함께 보는 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우선하는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2026.08.23(일) 14:33 — 현재 청약 진행중 0건. 이 회차는 2026.08.24부터 열립니다.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가격은 투자설명서 원문 그대로이고, 손실 확률은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 6 · 혼합 3 · 종목형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 만기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분포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원금비보장 1등급(매우높은위험) 상품입니다. 아래 등급은 안전하다는 뜻이 아니라 17종끼리 견준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1만원이라도 출발 가치가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확률은 이번 회차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기초자산에 종목이 섞이면 평균 손실 확률이 지수형의 1.8배입니다. 다만 개별로는 뒤집히는 경우가 있어, 자산군이 아니라 상품별 손실 확률로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확률을 어떻게 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둘은 다른 질문에 답하며, 답이 크게 다릅니다. 어느 하나만 보면 상담에서 틀린 말을 하게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매 영업일에 같은 상품을 새로 샀다고 가정 (제38031회 5,100회)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있었던 가격 경로.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상승장이었고, 상품마다 표본 구간이 다릅니다. 표본 수가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"발행사가 가격 매길 때 쓴 변동성이 실제로 나타난다면?"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같은 경로 수(40,000회)·같은 기간·같은 판정 규칙으로. 변동성·상관계수는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구간 차이가 사라져 전 상품을 정직하게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기대수익률 0으로 두었고, 발행사가 쓴 내재변동성은 보통 실제보다 높습니다. 보수적인 상한으로 읽어야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수준은 A와 B 사이 어딘가입니다. 상품끼리 견줄 때는 B를, "그래서 얼마나 위험한가"를 가늠할 때는 A와 B를 함께 보십시오. 기대수익률을 0%에서 연 6%로 바꿔도 순위는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일반적으로 종목형 ELS가 지수형보다 위험하다고 봅니다. 이번 회차에서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41248"/>
                <a:gridCol w="1207008"/>
                <a:gridCol w="109728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평균으로는 맞습니다. 종목형 손실 확률이 지수형의 1.8배, 적용 변동성은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상품으로는 뒤집힙니다. 순수 지수형 제38042회가 24.8%로 종목형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것은 자산군이 아니라 낙인 깊이와 상관계수였습니다. 제38042회는 낙인 45%(이번 회차 최저 쿠션)에 상관 0.19, 제38044회는 낙인 35%에 상관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상관계수가 낮으면 "가장 많이 떨어진 하나"로 판정하는 구조에서 크게 불리해집니다. 자산군보다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 방어를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 이내)이면 그 자리에서 끝나고 1만원이 10,600원이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65%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5,088회 중 3회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돌렸을 때 손실 확률이 가장 낮은 축에 들면서, 그 안에서는 수익률이 가장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함께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1만원이 10,783원이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30%(-70%)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확률이 한 단계 올라가는 대신 수익률이 크게 붙는 구간입니다.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우선하는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 달러가 11,000달러가 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출발 가치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가장 높은 수익률입니다. 출발 가치가 크게 깎이지 않은 상품 중에서 골랐습니다. USD로 투자하고 USD로 돌려받는 상품이라, 위 수익률에 환율 변동이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2606040"/>
                <a:gridCol w="530352"/>
                <a:gridCol w="841248"/>
                <a:gridCol w="1024128"/>
                <a:gridCol w="1115568"/>
                <a:gridCol w="914400"/>
                <a:gridCol w="1005840"/>
                <a:gridCol w="1280160"/>
                <a:gridCol w="93268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공시 손실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손실 확률이나 가격에서 대가를 치르고 있습니다. 손실 확률이 높은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58번이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7,768원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50번이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6,834원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 모의실험 표본이 2.9년(721회)뿐 — 큰 하락장이 표본에 없어 손실 2.07%를 20년짜리와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43번이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7,795원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29번이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기초자산인 제38041회가 수익률은 더 높고(연 40.0%) 손실 확률은 더 낮습니다(18.9%) — 6개월마다 보는 이 상품과 달리 3개월마다 상환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조건 손실 확률이 25%를 넘거나  ② 1만원 기준 출발 가치가 공정가액보다 10% 넘게 깎였거나  ③ 발행사 모의실험 표본이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 꼭 짚어드릴 것과 상담 순서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42416"/>
            <a:ext cx="5400904" cy="859536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33856"/>
            <a:ext cx="507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1만원이 1만원이 아닙니다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389888"/>
            <a:ext cx="507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공정가액이 10,013원부터 6,834원까지 벌어집니다(각 액면 1만 단위). 게다가 만기까지의 헤지비용은 빠진 값입니다.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23864" y="1042416"/>
            <a:ext cx="5400904" cy="859536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8456" y="1133856"/>
            <a:ext cx="507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중간에 깨면 손해입니다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88456" y="1389888"/>
            <a:ext cx="507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중도상환은 그 시점 공정가액의 95%(가입 6개월 안이면 90%). 3년을 묻어둘 수 있는 돈으로만 하셔야 합니다.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11680"/>
            <a:ext cx="5400904" cy="859536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03120"/>
            <a:ext cx="507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판정은 종가로 합니다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31520" y="2359152"/>
            <a:ext cx="507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뚫어도 종가가 위면 괜찮고, 종가가 한 번이라도 아래면 기록이 남습니다.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23864" y="2011680"/>
            <a:ext cx="5400904" cy="859536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8456" y="2103120"/>
            <a:ext cx="507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손실 확률 숫자를 그대로 옮기지 마십시오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59152"/>
            <a:ext cx="507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공시의 손실 확률은 "지난 20년이 되풀이된다면"의 답입니다. 추천 1번 제38044회도 공시로는 0.06%지만 같은 조건으로 다시 돌리면 8.9%입니다.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182112"/>
            <a:ext cx="11057839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29184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 이 순서로 말씀하시면 됩니다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" y="3657600"/>
            <a:ext cx="1094811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3년짜리인데, 3개월마다 끝날 기회가 옵니다. 대부분은 첫 번째에 끝났습니다."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구조입니다."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그 하락률이 그대로 손실로 옵니다. 원금이 보장되지 않습니다."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"과거 20년으로 보면 손실은 0.06%였지만 그 구간이 좋았던 덕도 있습니다. 보수적으로는 9% 정도로 봅니다."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"3년 동안 안 쓸 돈인지 먼저 확인해 주세요. 중간에 빼면 그날 평가금액의 95%만 받습니다."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541264"/>
            <a:ext cx="11057839" cy="64008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5541264"/>
            <a:ext cx="106920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"종목이 들어간 건 더 위험하지 않나요?" 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회차도 종목형 평균 손실 확률이 지수형의 1.8배입니다. 다만 제38044회는 두 기초자산이 상관계수 0.94로 거의 같이 움직이고 낙인이 35%로 깊어서, 같은 기준으로 재면 지수형 대부분보다 오히려 낮게 나옵니다."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2026-08-23T06:48:26Z</dcterms:created>
  <dcterms:modified xsi:type="dcterms:W3CDTF">2026-08-23T06:48:26Z</dcterms:modified>
</cp:coreProperties>
</file>