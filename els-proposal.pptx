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우리가 쓰는 말, 가운데가 서류에 적힌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결과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 (가능성 × 잃을 때의 크기)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위험도 크다"가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102짝에서 "수익률 높은 쪽이 잃는 크기도 컸다"가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손해 볼 가능성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위험에 받는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갚는 건 "가능성"이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손해 볼 가능성(0.66)보다 평균적으로 잃는 크기(0.82)와 훨씬 잘 붙습니다. 지수만 담은 상품은 잃을 때 65% 남짓, 개별 종목 상품은 80%가량 잃습니다. 회사는 "얼마나 자주"가 아니라 "자주 × 크게"로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위험이 어긋나는 이유는 셋입니다. 셋 다 이번 주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기준 자산도, 가격 출렁임(60.9%)도,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연 31.3% · 평균적으로 잃는 크기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연 19.2% · 평균적으로 잃는 크기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수익률이 12.1%p 차이 납니다. 끝날 기회를 3개월마다 보느냐 6개월마다 보느냐, 원금 지키는 선이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평균적으로 잃는 크기가 43.8%나 됩니다.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출렁임의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평균적으로 잃는 크기가 14.2%로, 기준 자산이 똑같은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계산에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손해 볼 가능성은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"두 자산이 0.94만큼 같이 움직인다"는 서류 값 하나에 얹혀 있는지 흔들어 봤습니다 (이 문서가 추천하는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77213"/>
                <a:gridCol w="1477213"/>
                <a:gridCol w="1477213"/>
                <a:gridCol w="1477213"/>
                <a:gridCol w="1477213"/>
                <a:gridCol w="147721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 한 단위당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손해 볼 가능성은 8.9% → 11.7% 오르는 데 그치고, 위험 대비 대가는 2.69로 여전히 이번 주 1등입니다. 두 자산의 출렁임 정도가 20.4%p나 벌어져 있어서, 같이 움직이든 말든 "더 나쁜 쪽"이 거의 항상 같은 자산이기 때문입니다. 출렁임이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위험을 지고도 남들보다 많이 받는 상품이 따로 있습니다. 이번 주는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530352"/>
                <a:gridCol w="841248"/>
                <a:gridCol w="914400"/>
                <a:gridCol w="1024128"/>
                <a:gridCol w="822960"/>
                <a:gridCol w="1005840"/>
                <a:gridCol w="566928"/>
                <a:gridCol w="1170432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백테스트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132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서류에 나오는 말과 맞춰 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자료는 어려운 말을 일부러 풀어서 썼습니다. 홈페이지와 투자설명서에는 원래 용어로 적혀 있으니, 고객이 서류를 펴 놓고 물으시면 두 말을 이어드리십시오.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316736"/>
                <a:gridCol w="2593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자료에서 쓴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기준이 낮아짐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316736"/>
                <a:gridCol w="2593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자료에서 쓴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서류와 같은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생각해 보시라고 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서류와 같은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빼기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2026-08-24T01:22:24Z</dcterms:created>
  <dcterms:modified xsi:type="dcterms:W3CDTF">2026-08-24T01:22:24Z</dcterms:modified>
</cp:coreProperties>
</file>