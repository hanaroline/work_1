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지수만 (6종)</c:v>
                  </c:pt>
                  <c:pt idx="1">
                    <c:v>지수 + 종목 (3종)</c:v>
                  </c:pt>
                  <c:pt idx="2">
                    <c:v>개별 종목만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23.3</c:v>
                </c:pt>
                <c:pt idx="2">
                  <c:v>28.4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주 17종. 신청 2026.08.24~2026.08.28. 전부 원금을 잃을 수 있는 1등급 상품입니다.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기회를 놓칩니다. 홈페이지의 2026.08.28이 아니라 8월 25일(화)이 개인 고객의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돈의 종류가 다르거나, 아직 못 본 위험이 있거나. 앞의 둘로 설명이 안 되면 세 번째입니다.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60.9%로 지수만 담은 상품 평균(40.5%)보다 큰 것도 맞습니다. 다만 컴퓨터로 똑같이 돌려본 손해 볼 가능성은 8.9%로 지수만 담은 상품 평균(15.8%)보다 낮고, 지수만 담은 6종 중 5종보다도 낮습니다. 두 자산이 0.94만큼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17.8%로 지수만 담은 상품 평균(15.8%)보다 높습니다. 그런데도 올린 이유는 안전해서가 아니라 대가가 크기 때문입니다 — 손해 볼 가능성 1%마다 연 1.76%로, 지수 상품 평균 0.95%의 1.8배입니다.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18.9%로 지수만 담은 상품 평균(15.8%)보다 높습니다. 그런데도 올린 이유는 안전해서가 아니라 대가가 크기 때문입니다 — 손해 볼 가능성 1%마다 연 2.11%로, 지수 상품 평균 0.95%의 2.2배입니다.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매주 반복됩니다. 마감일을 잘못 안내하면 고객이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우리가 쓰는 말, 가운데가 서류에 적힌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제38031~38047회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2026.08.21에 공시된 투자설명서 원문을 그대로 읽어 17종 전부를 견줬습니다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고객이 넣을 수 있는 기간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서류에 적힌 청약기간 (법인·전문투자자 기준)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시작하는 날 / 끝나는 날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/ 2029.08.31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24.0%  ·  손해 볼 가능성 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31.3%  ·  손해 볼 가능성 17.8%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40.0%  ·  손해 볼 가능성 18.9%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2026.08.24(월) 09:27 — 지금 청약 중인 상품 17건.  개인 고객 신청 마감은 8월 25일(화)입니다.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잃을 수 있는 상품 · 위험등급 1등급(가장 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신청해야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서류에 적힌 청약기간은 2026.08.24~2026.08.28입니다. 그런데 개인 고객은 그 뒤쪽 절반을 쓸 수 없습니다 — 뒤쪽은 다시 한 번 생각해 보시라고 법이 비워 둔 기간이라 주문 자체를 받을 수 없습니다.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받는 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24일(월)~8월 25일(화) · 2일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생각하는 기간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2026.08.27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법으로 정해진 2영업일 이상(숙려기간) · "최대 얼마까지 잃을 수 있는지"를 따로 알려드립니다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주문 못 받음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하실 건지 확인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08월 28일 오후 5시까지 · 이때 확인이 안 되면 넣으신 돈은 돌려드립니다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주문 못 받음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시작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빠져나가고, 이날 종가가 앞으로 36개월의 "처음 가격"이 됩니다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"신청은 8월 25일(화)까지 넣으셔야 합니다. 그 뒤 이틀은 법으로 정해진 '다시 생각하는 기간'이라 주문을 받을 수 없고, 그 기간이 끝나면 저희가 다시 연락드려 정말 하실 건지 확인합니다. 그때 연락이 닿지 않으면 신청이 그대로 취소됩니다."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법인이나 전문투자자처럼 이 제도의 대상이 아닌 경우에만 2026.08.28까지 신청할 수 있습니다. 만 65세 이상이시면 확인 절차가 하나 더 붙습니다.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6 · 섞임 3 · 개별 종목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11.5~40.0%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제38041회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2029.08.31까지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 원금을 잃을 수 있는 상품이고, 위험등급도 가장 높은 1등급입니다. 이 문서가 붙인 등급은 안전하다는 뜻이 아니라 17종끼리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제38044회는 10,013원, 가장 나쁜 제38046회는 6,834원입니다.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23.1%입니다. 가장 낮은 제38032회 8.6%부터 가장 높은 제38045회 58.3%까지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1.8배입니다.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회사가 과거로 돌려본 결과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2003.01.02~2023.08.11 사이 매일 하루도 빠짐없이 가입했다고 치고 계산 (제38031회 5,100번)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컴퓨터로 다시 돌린 결과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똑같은 횟수(40,000번)·똑같은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무엇이 기준인가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 + 종목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개별 종목만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1.8배이고, 가격 출렁임도 41%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제38042회가 24.8%로 종목 섞인 상품 대부분보다 위험하고, 제38044회는 8.9%로 17종 중 2번째로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제38042회는 선이 45%(이번 주에서 가장 높아 여유가 제일 적음)에 같이 움직임 0.19, 제38044회는 선이 35%에 같이 움직임 0.94입니다.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 (가능성 × 잃을 때의 크기)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위험도 크다"가 잘 들어맞고, 0이면 아무 관계가 없다는 뜻입니다(순서를 견주는 방식으로 쟀습니다).  값어치 멀쩡한 13종 = 넣는 순간의 값어치가 제값보다 5% 넘게 깎이지는 않은 상품 — 나머지 4종은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17종으로 만들 수 있는 136짝 중 102짝에서 "수익률 높은 쪽이 잃는 크기도 컸다"가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손해 볼 가능성 +0.34%p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위험에 받는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0.57(제38046회) ~ 3.48(제38044회).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갚는 건 "가능성"이 아닙니다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손해 볼 가능성(0.66)보다 평균적으로 잃는 크기(0.82)와 훨씬 잘 붙습니다. 지수만 담은 상품은 잃을 때 65% 남짓, 개별 종목 상품은 80%가량 잃습니다. 회사는 "얼마나 자주"가 아니라 "자주 × 크게"로 값을 매깁니다.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위험이 어긋나는 이유는 셋입니다. 셋 다 이번 주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6종은 기준 자산도, 가격 출렁임(60.9%)도,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 연 31.3% · 평균적으로 잃는 크기 13.6%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제38043회 연 19.2% · 평균적으로 잃는 크기 12.6%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위험이 사실상 같은데 수익률이 12.1%p 차이 납니다. 끝날 기회를 3개월마다 보느냐 6개월마다 보느냐, 원금 지키는 선이 30%냐 20%냐가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4314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5482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5482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제38046회는 연 25.0%인데 평균적으로 잃는 크기가 43.8%나 됩니다. 넣는 순간의 값어치가 제값보다 -31.7%나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4종만 빼도 수익률과 출렁임의 관계가 0.77 → 0.86로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21701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2869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돈의 종류가 달라서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322869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제38041회(USD)는 연 40.0%에 평균적으로 잃는 크기가 14.2%로, 기준 자산이 똑같은 원화 제38040회(35.2% · 21.4%)보다 더 주면서 덜 위험해 보입니다.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 이자가 수익률에 섞여 들어간 것이고, 대신 이 손실 계산에 잡히지 않는 환율 위험이 따로 붙기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상품의 손해 볼 가능성은 환율을 뺀 숫자입니다.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크게 어긋난 제38044회 — 그 우위가 "두 자산이 0.94만큼 같이 움직인다"는 서류 값 하나에 얹혀 있는지 흔들어 봤습니다 (이 문서가 추천하는 상품)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77213"/>
                <a:gridCol w="1477213"/>
                <a:gridCol w="1477213"/>
                <a:gridCol w="1477213"/>
                <a:gridCol w="1477213"/>
                <a:gridCol w="1477213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 한 단위당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66928" y="513892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손해 볼 가능성은 8.9% → 11.7% 오르는 데 그치고, 위험 대비 대가는 2.69로 여전히 이번 주 1등입니다. 두 자산의 출렁임 정도가 20.4%p나 벌어져 있어서, 같이 움직이든 말든 "더 나쁜 쪽"이 거의 항상 같은 자산이기 때문입니다. 출렁임이 비슷한 짝이었다면 이렇게 버티지 못합니다.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40.0%짜리도 있는데 왜 24.0%짜리를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위험을 지고도 남들보다 많이 받는 상품이 따로 있습니다. 이번 주는 그 차이가 3.0배까지 벌어집니다."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섞임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75% 이상(-25%까지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회사가 20년 돌려본 손실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0.06%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5,088번 중 3번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컴퓨터로 다시 돌린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+0.13%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손해 볼 가능성이 가장 낮은 축에 들면서, 그중에서는 수익률이 제일 높습니다.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종목만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31.3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10,783원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1만원이 10,783원이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회사가 20년 돌려본 손실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컴퓨터로 다시 돌린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9,899원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-1.01%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가능성이 한 단계 올라가는 대신, 받는 수익률이 그보다 훨씬 크게 붙는 자리입니다.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종목만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 → 빠르면 3개월 뒤 11,000달러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 달러가 11,000달러가 되어 돌아옵니다.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회사가 20년 돌려본 손실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컴퓨터로 다시 돌린 손실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18.9%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10번째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달러의 실제 값어치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9,965달러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-0.35%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주에서 가장 높은 수익률입니다. 넣는 순간의 값어치가 크게 깎이지 않은 상품 중에서 골랐습니다. USD로 넣고 USD로 돌려받는 상품이라, 위 수익률에 환율이 오르내린 만큼이 그대로 더해지거나 빠집니다.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17종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가능성(B)이 낮은 순서. A 옆 괄호는 그 상품을 몇 년치 과거로 돌려봤는지 — 10년에 못 미치면(빨강) 다른 상품과 나란히 비교할 수 없습니다. "만기만" = 중간 하락을 안 따지고 마지막 날 하루만 봅니다.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606040"/>
                <a:gridCol w="530352"/>
                <a:gridCol w="841248"/>
                <a:gridCol w="914400"/>
                <a:gridCol w="1024128"/>
                <a:gridCol w="822960"/>
                <a:gridCol w="1005840"/>
                <a:gridCol w="566928"/>
                <a:gridCol w="1170432"/>
                <a:gridCol w="841248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끝나는 조건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손해 가능성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서류 손실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9,909달러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섞임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섞임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9,965달러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섞임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4132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등급은 B(컴퓨터로 다시 돌린 손실 확률) 하나만 보고 나눈 것입니다 — 15% 이하면 방어적, 15~25%면 중간, 25%를 넘으면 공격적. 수익률이나 기준 자산 종류는 등급에 넣지 않았습니다. 전부 원금을 잃을 수 있는 가장 높은 위험 등급이므로, "안전하다"는 뜻이 아니라 서로 견줘 본 순서일 뿐입니다.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제38045회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7,768원밖에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50번이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6,834원밖에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2.9년(721번)뿐 — 큰 폭락장이 아예 빠져 있어 손실 2.07%를 20년 돌려본 상품과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43.4%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43번이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7,795원밖에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35.2%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28.8%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29번이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자산이 똑같은 제38041회가 수익률은 더 높고(연 40.0%) 손해 볼 가능성은 더 낮습니다(18.9%) — 6개월마다 보는 이 상품과 달리 3개월마다 끝날 기회가 옵니다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마감은 8월 25일(화)입니다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2026.08.24~2026.08.28로 나오지만 개인 고객은 8월 25일(화)까지만 신청할 수 있습니다. 이후는 다시 생각하는 기간과 확인하는 날이라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10,013원부터 6,834원까지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제38044회도 서류로는 0.06%지만 똑같은 조건으로 다시 돌리면 8.9%입니다.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고객은 녹음 파일을 달라고 하실 수 있고, 위험을 한 장으로 정리한 설명서도 받습니다. "최대 얼마까지 잃을 수 있는지"는 다시 생각하는 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제38044회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신청은 8월 25일(화)까지 넣으셔야 합니다. 그 뒤 이틀은 법으로 정해진 '다시 생각하는 기간'이라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3개월마다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0.06%였는데 그 기간이 좋았던 덕도 있습니다. 넉넉하게 잡으면 9%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"신청하셨다고 바로 되는 게 아닙니다. 이틀 생각하실 시간을 드린 뒤 저희가 다시 연락드려 정말 하실 건지 확인합니다. 그때 연락이 안 닿으면 넣으신 돈은 2026.08.31에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1.8배입니다. 다만 제38044회는 두 자산이 거의 같이 움직이고(0.94, 1이면 완전히 같이 움직임) 원금 지키는 선도 35%로 훨씬 아래에 있어서, 같은 잣대로 재면 지수 상품 대부분보다 오히려 낮게 나옵니다."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서류에 나오는 말과 맞춰 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자료는 어려운 말을 일부러 풀어서 썼습니다. 홈페이지와 투자설명서에는 원래 용어로 적혀 있으니, 고객이 서류를 펴 놓고 물으시면 두 말을 이어드리십시오.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1316736"/>
                <a:gridCol w="25936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자료에서 쓴 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기준이 낮아짐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1316736"/>
                <a:gridCol w="25936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자료에서 쓴 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정한 2영업일 이상. 이때는 주문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이때 연락이 안 닿으면 신청은 취소됨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빼기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6C6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제38031~38047회 ELS 제안서</dc:title>
  <dc:subject>PptxGenJS Presentation</dc:subject>
  <dc:creator>미래에셋증권</dc:creator>
  <cp:lastModifiedBy>미래에셋증권</cp:lastModifiedBy>
  <cp:revision>1</cp:revision>
  <dcterms:created xsi:type="dcterms:W3CDTF">2026-08-24T00:56:45Z</dcterms:created>
  <dcterms:modified xsi:type="dcterms:W3CDTF">2026-08-24T00:56:45Z</dcterms:modified>
</cp:coreProperties>
</file>