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8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미래에셋증권 · 마포WM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보유자산 통합 브리핑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사용법 및 유의사항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검은 창(로컬 서버)을 켜고 브라우저로 시세를 조회하는 대시보드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업데이트 2026-10-04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384615"/>
            </a:avLst>
          </a:prstGeom>
          <a:solidFill>
            <a:srgbClr val="F582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70432" y="457200"/>
            <a:ext cx="10442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 — 한 폴더에 모아두기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파일 3개</a:t>
            </a:r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반드시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폴더 안</a:t>
            </a:r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있어야 합니다.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46888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파일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 정확도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역할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server.ps1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5822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정확히 일치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시세를 받아오는 로컬 서버(엔진)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briefing.html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5822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정확히 일치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메인 화면(대시보드)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서버실행 (브리핑 자동열림).bat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 자유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실행 버튼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160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server.ps1 과 briefing.html 두 이름은 글자 하나도 틀리면 안 됩니다. </a:t>
            </a:r>
            <a:pPr indent="0" marL="0">
              <a:buNone/>
            </a:pPr>
            <a:r>
              <a:rPr lang="en-US" sz="15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(연금 사용 시 search2.html 도 같은 폴더에)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384615"/>
            </a:avLst>
          </a:prstGeom>
          <a:solidFill>
            <a:srgbClr val="F582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70432" y="457200"/>
            <a:ext cx="10442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방법 (평소 사용)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57200" cy="457200"/>
          </a:xfrm>
          <a:prstGeom prst="roundRect">
            <a:avLst>
              <a:gd name="adj" fmla="val 400000"/>
            </a:avLst>
          </a:prstGeom>
          <a:solidFill>
            <a:srgbClr val="F582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.bat 더블클릭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서버실행 (브리핑 자동열림)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1945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828800"/>
            <a:ext cx="457200" cy="457200"/>
          </a:xfrm>
          <a:prstGeom prst="roundRect">
            <a:avLst>
              <a:gd name="adj" fmla="val 400000"/>
            </a:avLst>
          </a:prstGeom>
          <a:solidFill>
            <a:srgbClr val="F582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423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검은 창 자동 최소화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작업표시줄로 내려감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21945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0" y="1828800"/>
            <a:ext cx="457200" cy="457200"/>
          </a:xfrm>
          <a:prstGeom prst="roundRect">
            <a:avLst>
              <a:gd name="adj" fmla="val 400000"/>
            </a:avLst>
          </a:prstGeom>
          <a:solidFill>
            <a:srgbClr val="F582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423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브리핑 화면 자동 열림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브라우저에 표시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11064240" cy="1280160"/>
          </a:xfrm>
          <a:prstGeom prst="roundRect">
            <a:avLst>
              <a:gd name="adj" fmla="val 3571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114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434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화면만 다시 열고 싶을 땐(검은 창은 켜진 상태)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브리핑 열기</a:t>
            </a:r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바로가기, 또는 브라우저에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http://localhost:8899/</a:t>
            </a:r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직접 입력.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384615"/>
            </a:avLst>
          </a:prstGeom>
          <a:solidFill>
            <a:srgbClr val="F582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70432" y="457200"/>
            <a:ext cx="10442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종료 방법과 '검은 창'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35661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종료 방법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작업표시줄의 "Mirae local server" 항목 클릭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창이 올라오면 닫기(X) → 서버 종료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창을 닫으면 시세 조회가 멈춥니다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화면만 닫는 것은 종료가 아닙니다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303520" cy="3566160"/>
          </a:xfrm>
          <a:prstGeom prst="roundRect">
            <a:avLst>
              <a:gd name="adj" fmla="val 1282"/>
            </a:avLst>
          </a:prstGeom>
          <a:solidFill>
            <a:srgbClr val="ECEFF4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43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'검은 창'이란?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2860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시세를 대신 받아오는 로컬 서버(엔진)의 실행 화면입니다.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화면(브리핑)은 보안상 외부에 직접 접속할 수 없어, 검은 창이 네이버·거래소에서 시세를 대신 받아 화면에 전달합니다.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사용하는 동안에는 검은 창을 닫지 말고 최소화해 두어야 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384615"/>
            </a:avLst>
          </a:prstGeom>
          <a:solidFill>
            <a:srgbClr val="F582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70432" y="457200"/>
            <a:ext cx="10442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유의사항 — 가장 흔한 오류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3840480"/>
          </a:xfrm>
          <a:prstGeom prst="roundRect">
            <a:avLst>
              <a:gd name="adj" fmla="val 1190"/>
            </a:avLst>
          </a:prstGeom>
          <a:solidFill>
            <a:srgbClr val="F582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이름 뒤의  " (2) ", " (3) "  주의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파일을 여러 번 내려받으면 윈도우가 이름 뒤에 (2), (3)을 붙입니다.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 server (2).ps1    briefing (3).html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그러면 실행기가 server.ps1 을 못 찾아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"server.ps1 was NOT found"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오류가 납니다.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947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우클릭 → 이름 바꾸기(F2)로 뒤의 (숫자)를 지워 정확한 이름으로 맞추기.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예방 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 받기 전에 폴더의 기존 파일을 먼저 지우고 받으면 숫자가 안 붙습니다.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384615"/>
            </a:avLst>
          </a:prstGeom>
          <a:solidFill>
            <a:srgbClr val="F582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70432" y="457200"/>
            <a:ext cx="10442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유의사항 — 그 외 (꼭 지키기)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다운로드 차단 해제(MOTW)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받은 .bat/.ps1은 회사 PC가 막을 수 있음 → 우클릭 → 속성 → "차단 해제" → 확인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검은 창은 열어둔 채 사용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검은 창 = 시세 엔진. 닫으면 시세가 멈춤 → 최소화해서 작업표시줄에 두기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시세가 안 나오면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서버가 꺼졌거나 회사망 문제 → 작업표시줄에서 서버 확인, 없으면 재실행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고객정보 입력 금지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실명·계좌번호는 화면에 입력·저장하지 않음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384615"/>
            </a:avLst>
          </a:prstGeom>
          <a:solidFill>
            <a:srgbClr val="F582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70432" y="457200"/>
            <a:ext cx="10442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겪는 문제 → 해결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743200"/>
                <a:gridCol w="44805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증상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"server.ps1 was NOT found"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이름에 (2)/(3) 붙음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이름에서 (숫자) 지우기 → server.ps1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검은 창이 아예 안 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다운로드 차단(MOTW)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우클릭 → 속성 → 차단 해제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브라우저 "연결할 수 없음"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서버가 안 켜짐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실행기 다시 더블클릭 / 주소 직접 입력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화면은 뜨는데 시세 빈칸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서버 종료·회사망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작업표시줄에서 서버 확인 후 재실행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브라우저가 자동으로 안 열림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자동열기 지연·차단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주소창에 http://localhost:8899/ 입력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384615"/>
            </a:avLst>
          </a:prstGeom>
          <a:solidFill>
            <a:srgbClr val="F582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70432" y="457200"/>
            <a:ext cx="10442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안내 &amp; 폴더 정리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82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간단 안내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보유자산·수익률: 한 화면에서 조회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수익률 상위(스크리너): 기간별 수익률 상위 종목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6C6C6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국내주식=시장 전체 / 국내ETF=거래소+대표56종 / 해외·펀드=프리셋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연금 상품조회 버튼 → search2.html 로 이동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 버전 표기 예: v2026.10.03-1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3716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3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폴더 파일 정리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74520"/>
          <a:ext cx="5303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9319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5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꼭 필요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server.ps1, briefing.html, 서버실행 (브리핑 자동열림).bat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43B7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있으면 편함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브리핑 열기.url, 연금 상품조회 v2.url, 연금_사용법.pdf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C6C6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없어도 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D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구버전 .bat, server-log.txt, 예전 zip, (숫자) 중복 파일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2026-10-04T14:18:27Z</dcterms:created>
  <dcterms:modified xsi:type="dcterms:W3CDTF">2026-10-04T14:18:27Z</dcterms:modified>
</cp:coreProperties>
</file>