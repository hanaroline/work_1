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제38070~38089회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2026.08.31~2026.09.09 · 일괄신고추가서류 2026.08.28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제38078회 KOSPI200·삼성전자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 · 손실 확률 11.1% — 위험 1%당 연 2.60%로 20종 중 1위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40.0% (달러청약) · 손실 확률 16.7%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제38087·38088·38089·38086회 — 해외종목형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공시 공정가격 6,760~8,492원 · 손실 확률 30.9~50.4%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2026.09.10 / 2029.09.10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20종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4만 번 다시 돌린 결과.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706624"/>
                <a:gridCol w="676656"/>
                <a:gridCol w="676656"/>
                <a:gridCol w="2011680"/>
                <a:gridCol w="484632"/>
                <a:gridCol w="1005840"/>
                <a:gridCol w="640080"/>
                <a:gridCol w="1237183"/>
                <a:gridCol w="999439"/>
              </a:tblGrid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 (검증기간)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 단위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8.2%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10,056원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90-90-90-85-80-70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10,092원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38078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90-90-90-90-85-85-85-85-80-80-80-70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10,551원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80-75-75-70-65-60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9,911원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80-75-75-70-65-60 (리자드 2차 40)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10,293원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38077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80-80-80-80-75-70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10,385원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38076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10,437원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32.3%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85-85-85-85-85-85-85-85-85-80-75-70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10,185원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38083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75-75-75-75-70-65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10,251원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10,068원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38081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 $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85-85-85-85-85-85-85-85-85-80-75-70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10,184달러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90-90-85-80-75-70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3.26%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9,595원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38079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75-75-75-75-70-65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19.4%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10,197원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38084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10,417원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4.23%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9,778원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 (20.6년)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10,322원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38086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30.9%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3.86%  (2.9년)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8,492원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38089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  (13.1년)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7,726원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38088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테크놀로지·브로드컴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80-80-75-75-70-70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(14.0년)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7,464원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627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38087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*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75-75-75-75-70-70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6,760원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687568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5687568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‘1만원의 출발 가치’는 발행사가 공시한 공정가격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맨 아래 4종만 8,492원 이하입니다.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온라인 전용 (영업점 창구 청약 불가). 달러청약 상품은 액면 USD 10,000 기준. A 열의 검증기간이 짧은 회차는 기울임 — 20년 상품과 같은 줄에서 비교할 수 없습니다.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단위를 넘습니다(+1.84% 이상) — 제값 이상으로 사는 자리라는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제38078회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084832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87.0%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68096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084832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90%부터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68096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084832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 하락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8096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084832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5,102회 중 손실 0.00% · 1차 상환 83.0%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68096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084832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10,551원 (+5.51%)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68096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084832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2.60%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07738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제38085회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32.3%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15.3%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4508906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825642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08906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5642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508906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25642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 하락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508906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825642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5,089회 중 손실 0.47% · 1차 상환 84.5%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08906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25642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10,185원 (+1.85%)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08906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825642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2.11%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48549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40.0%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16.7%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8249717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566453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120.0% (달러청약)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249717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9566453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8249717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566453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 하락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249717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566453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5,089회 중 손실 0.47% · 1차 상환 84.5%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249717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566453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10,184달러 (+1.84%)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249717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566453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2.40%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66928" y="5632704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3232" y="5632704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제38078회는 연 29.0%를 받으면서 손실 확률이 11.1%로 지수형 평균(14.6%)보다도 낮습니다. 3개월마다 12번 상환 기회가 있고 배리어가 90%에서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16.0~29.5%라는 수익률만 보면 눈에 띄는 상품들입니다. 세 가지 지표가 모두 반대를 가리킵니다.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847088" y="1371600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56048" y="1335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6,760원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22631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제38088회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847088" y="229057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브로드컴 (온라인 전용)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56048" y="22539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24.5%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7,464원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3182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제38089회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847088" y="3209544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56048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29.5%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7,726원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43.4%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0.68%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010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제38086회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1847088" y="412851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956048" y="40919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16.0%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8,492원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30.9%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67.1%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0.52%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6,760~8,492원입니다. 액면 1만원을 내고 사는 시점의 이론 값어치가 그것뿐이라는 뜻입니다. 나머지 원화 15종은 9,595원 이상입니다.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2.6배입니다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30.9~50.4%. 나머지 16종 평균은 16.0%입니다. 손실이 나면 평균 84.6%를 잃습니다.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변동성이 감당 밖입니다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97.77%, 팔란티어 테크 67.06% — 공시된 적용 변동성입니다. 이번 회차 지수형은 30.0~36.3%로, 그 두 배를 넘습니다. 이 변동성이 그대로 손실 확률로 돌아옵니다.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6,760원입니다. 같은 위험을 지실 거면 제38081회가 연 40.0%에 손실 확률은 16.7%입니다.”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제38078회는 3년 안에 한 번이라도 70% 떨어진 적이 있고, 만기에도 30% 넘게 떨어져 있어야 손실입니다. 발행사가 실제 과거 시세 20년으로 5,102번 돌린 결과 손실은 0.00%였습니다. 다만 그 11.1%가 현실이 되면 평균 72.8%를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제38082회 1종뿐이고, 낙인은 45%입니다. 제38082회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제38078회는 조건이 맞으면 연 29.0%, 3년 87.0%입니다.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제38078회는 3개월마다 12번 상환 기회가 있고, 첫 회에 끝난 경우가 백테스트 83.0%였습니다.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제38078회는 90% 배리어라 기초자산이 10% 떨어져도 첫 회에 상환됩니다. 그래도 부담스러우시면 손실 확률이 가장 낮은 제38072회(8.2%, 연 11.5%)를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23.0%인 제38087회는 손실 확률이 50.4%로, 연 40.0%인 제38081회(16.7%)의 3.0배입니다.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11.1%와 손실 시 평균 72.8%를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4종(제38087·38088·38089·38086회)은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2026.09.04입니다. 숙려 후 2026.09.09까지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5915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30428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9260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8712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49300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43814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405993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400507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62686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57200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230368"/>
            <a:ext cx="4876495" cy="16276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340096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559552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20260828000836, 2026.08.28 공시) 원문에서 그대로 옮겼습니다. 손실 확률(B)은 그 공시 변동성과 상관계수로 같은 조건을 4만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616305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제38086·38087회는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제38070~38089회 ELS 세일즈 제안서</dc:title>
  <dc:subject>PptxGenJS Presentation</dc:subject>
  <dc:creator>미래에셋증권</dc:creator>
  <cp:lastModifiedBy>미래에셋증권</cp:lastModifiedBy>
  <cp:revision>1</cp:revision>
  <dcterms:created xsi:type="dcterms:W3CDTF">2026-08-31T01:35:14Z</dcterms:created>
  <dcterms:modified xsi:type="dcterms:W3CDTF">2026-08-31T01:35:14Z</dcterms:modified>
</cp:coreProperties>
</file>