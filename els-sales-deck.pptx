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제38048~38065회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1차 공모 · 일괄신고추가서류 2026.08.25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제38061회 KOSPI200·SK하이닉스 (온라인 전용)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24.0% · 손실 확률 9.0% — 위험 1%당 연 2.67%로 18종 중 1위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제38059회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40.0% (달러청약) · 손실 확률 18.8%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제38063·38064·38065회 — 반도체 해외종목형 3종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공시 공정가격 7,527~7,944원 · 손실 확률 43.3~54.7%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2026.08.28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2026.08.26 ~ 2026.09.02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2026.08.31 ~ 2026.09.01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2026.09.02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2026.09.03 / 2029.09.03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18종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4만 번 다시 돌린 결과.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58368"/>
                <a:gridCol w="2816352"/>
                <a:gridCol w="713232"/>
                <a:gridCol w="713232"/>
                <a:gridCol w="2084832"/>
                <a:gridCol w="512064"/>
                <a:gridCol w="1060704"/>
                <a:gridCol w="685800"/>
                <a:gridCol w="932688"/>
                <a:gridCol w="917143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38049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9,914원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90-90-90-90-85-85-85-85-80-80-80-70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9,875원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75-75-75-75-75-75-75-75-70-70-70-65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10,012원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9,848원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10,083원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9,970원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38062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4회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85-85-85-85-85-85-85-85-85-80-75-70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9,904원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38059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40.0% $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85-85-85-85-85-85-85-85-85-80-75-70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18.8%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9,974원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85-85-85-80-75-70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9,764원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9,963원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38048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85-80-75-70-65-60 (리자드 2차 45)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20.6%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10,082원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4.02%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9,489원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38056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9,943원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38057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 $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75-75-75-75-70-65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0.49%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9,960원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KOSPI200·마이크론 테크놀로지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80-80-80-80-75-70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43.3%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7,797원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38064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테크놀로지·브로드컴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27.1%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80-80-75-75-70-70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7,527원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38063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머티어리얼즈·마이크론 테크놀로지 *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29.5%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75-75-75-75-70-70</a:t>
                      </a:r>
                      <a:endParaRPr lang="en-US" sz="7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54.7%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2.61%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7,944원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192317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192317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3종.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‘1만원의 출발 가치’는 발행사가 공시한 공정가격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1만원을 넣는 순간의 이론 값어치입니다 — 맨 아래 3종만 7,944원 이하입니다.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온라인 전용 (영업점 창구 청약 불가)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1만원에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제38061회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(온라인 전용)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24.0%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084832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72.0%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68096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084832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75%부터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68096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084832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35% 초과 하락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8096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084832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5,089회 중 손실 0.12% · 1차 상환 95.2%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68096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084832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10,012원 (+0.12%)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68096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084832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2.67%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07738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제38058회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35.0%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18.8%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4508906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825642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105.0%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08906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5642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508906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25642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 하락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508906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825642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5,086회 중 손실 0.53% · 1차 상환 84.5%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508906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25642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9,904원 (-0.96%)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08906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825642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1.86%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48549" y="1261872"/>
            <a:ext cx="3576218" cy="42245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제38059회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수익률(세전)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40.0%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18.8%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8249717" y="354787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9566453" y="354787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120.0% (달러청약)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249717" y="3877056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9566453" y="3877056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3개월마다 12회 · 배리어 85%부터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8249717" y="4206240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566453" y="4206240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 하락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249717" y="4535424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566453" y="4535424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5,086회 중 손실 0.53% · 1차 상환 84.5%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8249717" y="4864608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566453" y="4864608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9,974원 (-0.26%)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8249717" y="519379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566453" y="5193792"/>
            <a:ext cx="1857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2.13%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566928" y="5632704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13232" y="5632704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제38061회는 연 24.0%를 받으면서 손실 확률이 9.0%로 지수형 평균(14.4%)보다도 낮습니다. 3개월마다 12번 상환 기회가 있고 배리어가 75%에서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27~29.5%라는 수익률만 보면 가장 매력적으로 보이는 상품들입니다. 세 가지 지표가 모두 반대를 가리킵니다.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89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제38063회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83664" y="1417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마이크론 테크놀로지 (온라인 전용)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956048" y="13807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29.5%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17739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86384" y="19568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7,944원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359152" y="17739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59152" y="19568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54.7%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17739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931920" y="19568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98.0%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504688" y="17739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504688" y="19568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0.54%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2487168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2487168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26151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제38064회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883664" y="264261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브로드컴 (온라인 전용)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95604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27.1%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6384" y="299923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86384" y="3182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7,527원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2359152" y="299923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359152" y="3182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44.5%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931920" y="299923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3182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504688" y="299923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504688" y="3182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0.61%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66928" y="3712464"/>
            <a:ext cx="6583680" cy="1078992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66928" y="3712464"/>
            <a:ext cx="45720" cy="107899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3840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제38065회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883664" y="386791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마이크론 테크놀로지 (온라인 전용)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956048" y="38313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29.0%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86384" y="422452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출발 가치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" y="440740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7,797원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2359152" y="422452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359152" y="440740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43.3%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3931920" y="422452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931920" y="440740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98.0%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5504688" y="422452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504688" y="4407408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20% 넘게 깎입니다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7,527~7,944원입니다. 1만원을 내고 사는 시점의 이론 값어치가 그것뿐이라는 뜻입니다. 나머지 15종은 9,489원 이상입니다.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3배입니다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43.3~54.7%. 나머지 15종 평균은 16.3%입니다. 손실이 나면 평균 85.8%를 잃습니다.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변동성이 감당 밖입니다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97.98%, 어플라이드 75.11% — 공시된 적용 변동성입니다. KOSPI200(40.40%)의 두 배 이상이고, 이 변동성이 그대로 손실 확률로 돌아옵니다.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제일 높아 보이는데, 발행사가 공시한 이 상품의 값어치가 1만원이 아니라 7,944원입니다. 같은 위험을 지실 거면 제38059회가 연 40.0%에 손실 확률은 18.8%로 절반 이하입니다.”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제38061회는 3년 안에 한 번이라도 65% 떨어진 적이 있고, 만기에도 35% 넘게 떨어져 있어야 손실입니다. 발행사가 실제 과거 시세 20년으로 5,089번 돌린 결과 손실은 0.12%였습니다. 다만 그 9.0%가 현실이 되면 평균 77.1%를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제38050·38053회 두 종뿐이고, 낙인은 45%·30%입니다. 제38050회 기준 지금 지수에서 55%를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제38061회는 조건이 맞으면 연 24.0%, 3년 72.0%입니다.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제38061회는 3개월마다 12번 상환 기회가 있고, 첫 회에 끝난 경우가 백테스트 95.2%였습니다.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제38061회는 75% 배리어라 기초자산이 25% 떨어져도 첫 회에 상환됩니다. 그래도 부담스러우시면 손실 확률이 가장 낮은 제38049회(7.4%, 연 10.2%)를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연 29.5%인 제38063회는 손실 확률이 54.7%로, 연 40.0%인 제38059회(18.8%)의 2.9배입니다. 수익률과 위험이 비례하지 않습니다. 같은 위험이면 더 받는 쪽으로 골라 드리겠습니다.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35%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9.0%와 손실 시 평균 77.1%를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3종(제38063·38064·38065회)은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2026.08.28입니다. 숙려 후 2026.09.02까지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5915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30428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9260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8712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49300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43814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405993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400507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62686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57200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230368"/>
            <a:ext cx="4876495" cy="106070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340096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559552"/>
            <a:ext cx="454731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20260825000251, 2026.08.25 공시) 원문에서 그대로 옮겼습니다. 손실 확률(B)은 그 공시 변동성과 상관계수로 같은 조건을 4만 번 다시 돌린 값입니다. 수익률은 확정이 아니라 조건 충족 시의 상한입니다.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제38048~38065회 ELS 세일즈 제안서</dc:title>
  <dc:subject>PptxGenJS Presentation</dc:subject>
  <dc:creator>미래에셋증권</dc:creator>
  <cp:lastModifiedBy>미래에셋증권</cp:lastModifiedBy>
  <cp:revision>1</cp:revision>
  <dcterms:created xsi:type="dcterms:W3CDTF">2026-08-27T06:22:52Z</dcterms:created>
  <dcterms:modified xsi:type="dcterms:W3CDTF">2026-08-27T06:22:52Z</dcterms:modified>
</cp:coreProperties>
</file>