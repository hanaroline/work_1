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제38115~38131회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2026.09.14~2026.09.22 · 일괄신고추가서류 2026.09.11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제38124회 KOSPI200·SK하이닉스 (온라인 전용)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12.0% · 손실 확률 9.6%로 17종 중 가장 낮습니다 (위험 1%당 연 1.25% 로도 1위)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제38123회 삼성전자·SK하이닉스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25.8% (원화) · 손실 확률 25.8%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제38128·38130·38131·38129회 —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4종 (6,682~7,612원) · 검증 표본 부족 1종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2026.09.14 ~ 2026.09.17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2026.09.14 ~ 2026.09.22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2026.09.18 ~ 2026.09.21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2026.09.22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2026.09.23 / 2029.09.19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17종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417320"/>
                <a:gridCol w="457200"/>
                <a:gridCol w="1051560"/>
                <a:gridCol w="603504"/>
                <a:gridCol w="658368"/>
                <a:gridCol w="658368"/>
                <a:gridCol w="1005840"/>
                <a:gridCol w="862279"/>
              </a:tblGrid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65×5-60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9.6% ±0.16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9,714원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65×5-60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11.6%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9,620원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9,674원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 ±0.15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9,588원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70×5-65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12.9%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0.28%·20.7년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9,713원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80-75×2-70-65-60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 ±0.14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15.5% ±0.20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0.38%·20.7년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9,838원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9,635원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85×2-80×2-75-70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15.7%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9,617원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19.1%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9,619원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25.8% ±0.13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1.26%·20.7년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9,575원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32.7%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4.49%·2.9년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KOSPI200·마이크론 테크놀로지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36.0% ±0.20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7,924원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SK하이닉스·마이크론 테크놀로지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41.2% ±0.16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1.60%·20.7년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7,520원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테슬라·마이크론 테크놀로지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41.6%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0.21%·13.2년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7,612원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테크놀로지·AMD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41.8%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9.39%·20.7년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7,416원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38128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49.3%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2.18%·2.9년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6,682원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제38128·38130·38131·38129회만 7,612원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제38124회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(온라인 전용)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12.0%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2567036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35132" y="3657600"/>
            <a:ext cx="264797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99929" y="3657600"/>
            <a:ext cx="342049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80.9%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8.3%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10.8%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80.9 · 2차 4.7 · 3차 1.9 · 4차 1.1 · 5차 0.7 · 6차 10.8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36.0%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65%부터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 하락 경험 + 만기 40%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96.9%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9,714원 (-2.86%)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1.25%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제38122회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16.1%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12.9%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2392473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901379" y="3657600"/>
            <a:ext cx="333289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34668" y="3657600"/>
            <a:ext cx="448120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75.4%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10.5%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14.1%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75.4 · 2차 5.8 · 3차 2.4 · 4차 1.4 · 5차 0.9 · 6차 14.1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48.3%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70%부터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35%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0.28% · 1차 94.7%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9,713원 (-2.87%)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1.25%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제38125회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(온라인 전용)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21.0%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19.1%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2072037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321754" y="3657600"/>
            <a:ext cx="435393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757147" y="3657600"/>
            <a:ext cx="666452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65.3%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13.7%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21.0%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65.3 · 2차 7.2 · 3차 3.1 · 4차 1.8 · 5차 1.6 · 6차 21.0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63.0%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75%부터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35%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0.47% · 1차 90.9%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9,619원 (-3.81%)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1.10%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제38124회는 연 12.0%를 받으면서 손실 확률이 9.6%로 지수형 평균(14.3%)보다도 낮습니다. 6개월마다 6번 상환 기회가 있고 배리어가 65%에서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20.3~25.0%라는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제38128회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20.3%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6,682원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49.3%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95.6%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0.41%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2631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제38130회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29057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AMD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29971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25399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24.6%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7,416원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41.8%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95.6%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0.59%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제38131회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20954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2186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17296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25.0%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7,612원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41.6%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95.6%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0.60%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6384" y="41010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제38129회</a:t>
            </a:r>
            <a:endParaRPr lang="en-US" sz="1450" dirty="0"/>
          </a:p>
        </p:txBody>
      </p:sp>
      <p:sp>
        <p:nvSpPr>
          <p:cNvPr id="50" name="Text 48"/>
          <p:cNvSpPr/>
          <p:nvPr/>
        </p:nvSpPr>
        <p:spPr>
          <a:xfrm>
            <a:off x="2011680" y="41285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SK하이닉스 · 마이크론 테크놀로지 (온라인 전용)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97096" y="41376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97296" y="409194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22.2%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7,520원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41.2%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95.6%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0.54%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33%까지 깎입니다 — 제38128회·제38130회·제38131회·제38129회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6,682~7,612원입니다. 액면 1만원을 내고 사는 시점의 이론 값어치가 그것뿐이라는 뜻입니다. 나머지 원화 13종은 7,924원 이상입니다.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2.4배입니다 — 제38128회·제38130회·제38131회·제38129회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41.2~49.3%. 나머지 13종 평균은 17.9%입니다. 손실이 나면 평균 85.9%를 잃습니다.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2.9년뿐입니다 — 제38128회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2.9년치입니다.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6,682원입니다. 같은 위험을 지실 거면 제38123회가 연 25.8%에 손실 확률은 25.8%입니다.”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제38124회는 3년 안에 한 번이라도 70% 떨어진 적이 있고, 만기에도 40% 넘게 떨어져 있어야 손실입니다. 발행사가 실제 과거 시세 20년으로 5,102번 돌린 결과 손실은 0.00%였습니다. 다만 그 9.6%가 현실이 되면 평균 77.1%를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제38118회 1종뿐이고, 낙인은 35%입니다. 제38118회 기준 지금 지수에서 65%를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제38124회는 조건이 맞으면 연 12.0%, 3년 36.0%입니다.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제38124회는 6개월마다 6번 상환 기회가 있고, 첫 회에 끝난 경우가 백테스트 96.9%였습니다.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제38124회는 65% 배리어라 기초자산이 35% 떨어져도 첫 회에 상환됩니다. 그래도 부담스러우시면 손실 확률이 그다음으로 낮은 제38120회(11.6%, 연 12.8%)를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그게 이번엔 안 맞습니다. 연 20.3%인 제38128회는 손실 확률이 49.3%로, 연 25.8%인 제38123회(25.8%)의 1.9배입니다. 수익률과 위험이 비례하지 않습니다. 같은 위험이면 더 받는 쪽으로 골라 드리겠습니다.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70% 떨어지고, 만기에도 40%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9.6%와 손실 시 평균 77.1%를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4종(제38128·38130·38131·38129회)은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2026.09.17입니다. 숙려 후 2026.09.22까지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20260911000507, 2026.09.11 공시)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제38126·38128회는 기초자산 상장이 늦어 검증 표본이 2.9년뿐입니다 — A 열을 20년 상품과 같은 줄에서 비교할 수 없습니다.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제38115~38131회 ELS 세일즈 제안서</dc:title>
  <dc:subject>PptxGenJS Presentation</dc:subject>
  <dc:creator>미래에셋증권</dc:creator>
  <cp:lastModifiedBy>미래에셋증권</cp:lastModifiedBy>
  <cp:revision>1</cp:revision>
  <dcterms:created xsi:type="dcterms:W3CDTF">2026-09-15T06:10:47Z</dcterms:created>
  <dcterms:modified xsi:type="dcterms:W3CDTF">2026-09-15T06:10:47Z</dcterms:modified>
</cp:coreProperties>
</file>