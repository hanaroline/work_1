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제38100~38114회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2026.09.07~2026.09.16 · 일괄신고추가서류 2026.09.04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제38109회 EuroStoxx50·S&amp;P500·KOSPI200 (온라인 전용)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8.2% · 손실 확률 7.5%로 15종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제38108회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30.0% (원화) · 손실 확률 23.2%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제38114·38113·38112·38106회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3종 (7,388~8,451원) · 손실 확률 과다 1종 (27.8%) · 검증 표본 부족 1종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2026.09.07 ~ 2026.09.11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2026.09.07 ~ 2026.09.16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2026.09.14 ~ 2026.09.15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2026.09.17 / 2029.09.17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15종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417320"/>
                <a:gridCol w="457200"/>
                <a:gridCol w="1051560"/>
                <a:gridCol w="603504"/>
                <a:gridCol w="658368"/>
                <a:gridCol w="658368"/>
                <a:gridCol w="1005840"/>
                <a:gridCol w="862279"/>
              </a:tblGrid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75×2-70-65-60-50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7.5% ±0.15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9,807원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8.0% ±0.15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11.2%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0.34%·20.6년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4.63%·20.6년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9,523원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1.33%·20.6년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23.2%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0.99%·20.6년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1.40%·20.6년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38106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90×2-85-80-75-70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27.8%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0.22%·20.6년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10,157원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30.1%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3.69%·2.9년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8,451원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44.6%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2.06%·20.6년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865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38114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45.0% ±0.28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10.95%·20.6년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7,388원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제38114·38113·38112회만 8,451원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제38109회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 (온라인 전용)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50514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73241" y="3657600"/>
            <a:ext cx="368615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41856" y="3657600"/>
            <a:ext cx="300122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78.9%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11.6%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9.5%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78.9 · 2차 4.8 · 3차 3.1 · 4차 2.1 · 5차 1.6 · 6차 9.5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24.6%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만기에 50% 초과 하락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20.6년 · 손실 0.00% · 1차 96.8%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9,807원 (-1.93%)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1.10%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제38107회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17.5%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080988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89894" y="3657600"/>
            <a:ext cx="435139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025033" y="3657600"/>
            <a:ext cx="657755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65.6%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13.7%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20.7%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65.6 · 2차 7.0 · 3차 3.2 · 4차 1.8 · 5차 1.6 · 6차 20.7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75%부터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20.6년 · 손실 0.53% · 1차 90.9%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10,089원 (+0.89%)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1.49%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제38108회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30.0%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23.2%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869258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18975" y="3657600"/>
            <a:ext cx="503759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622733" y="3657600"/>
            <a:ext cx="80086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58.9%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15.9%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25.2%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58.9 · 2차 8.0 · 3차 3.7 · 4차 2.2 · 5차 1.9 · 6차 25.2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90.0%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20.6년 · 손실 0.99% · 1차 85.1%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9,878원 (-1.22%)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1.29%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제38109회는 연 8.2%를 받으면서 손실 확률이 7.5%로 지수형 평균(14.7%)보다도 낮습니다. 6개월마다 6번 상환 기회가 있고 배리어가 75%에서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15.0~30.0%라는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제38114회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30.0%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7,388원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45.0%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96.9%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제38113회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27.0%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7,636원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44.6%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96.9%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0.61%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제38112회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8,451원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30.1%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67.0%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제38106회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25.6%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10,157원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27.8%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57.0%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0.92%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26%까지 깎입니다 — 제38114회·제38113회·제38112회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7,388~8,451원입니다. 액면 1만원을 내고 사는 시점의 이론 값어치가 그것뿐이라는 뜻입니다. 나머지 원화 11종은 9,523원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2.4배입니다 — 제38114회·제38113회·제38112회·제38106회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27.8~45.0%. 나머지 11종 평균은 15.3%입니다. 손실이 나면 평균 81.2%를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2.9년뿐입니다 — 제38112회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2.9년치입니다.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7,388원입니다. 같은 위험을 지실 거면 제38108회가 연 30.0%에 손실 확률은 23.2%입니다.”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제38109회는 낙인이 없는 상품이라 조건이 하나입니다 — 만기에 50% 넘게 떨어져 있을 때만 손실입니다. 중간에 아무리 빠져도 만기에 회복해 있으면 약정 수익을 받습니다. 발행사가 실제 과거 시세 20년으로 4,916번 돌린 결과 손실은 0.00%였습니다. 다만 그 7.5%가 현실이 되면 평균 66.3%를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제38100·38104회 2종뿐이고, 낙인은 45%·45%입니다. 제38100회 기준 지금 지수에서 55%를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제38109회는 조건이 맞으면 연 8.2%, 3년 24.6%입니다.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제38109회는 6개월마다 6번 상환 기회가 있고, 첫 회에 끝난 경우가 백테스트 96.8%였습니다.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제38109회는 75% 배리어라 기초자산이 25% 떨어져도 첫 회에 상환됩니다. 그래도 부담스러우시면 손실 확률이 그다음으로 낮은 제38110회(8.0%, 연 10.7%)를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특히 안 맞습니다. 제38114회와 제38108회는 수익률이 연 30.0%로 똑같은데, 손실 확률은 45.0% 대 23.2%로 1.9배 차이입니다. 같은 돈을 받는데 위험만 두 배 지실 이유가 없습니다.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“만기에 50% 넘게 떨어져 있을 때만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7.5%와 손실 시 평균 66.3%를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4종(제38114·38113·38112·38106회)은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2026.09.11입니다. 숙려 후 2026.09.16까지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20260904000316, 2026.09.04 공시)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제38112회는 기초자산 상장이 늦어 검증 표본이 2.9년뿐입니다 — A 열을 20년 상품과 같은 줄에서 비교할 수 없습니다.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제38100~38114회 ELS 세일즈 제안서</dc:title>
  <dc:subject>PptxGenJS Presentation</dc:subject>
  <dc:creator>미래에셋증권</dc:creator>
  <cp:lastModifiedBy>미래에셋증권</cp:lastModifiedBy>
  <cp:revision>1</cp:revision>
  <dcterms:created xsi:type="dcterms:W3CDTF">2026-09-06T23:37:01Z</dcterms:created>
  <dcterms:modified xsi:type="dcterms:W3CDTF">2026-09-06T23:37:01Z</dcterms:modified>
</cp:coreProperties>
</file>