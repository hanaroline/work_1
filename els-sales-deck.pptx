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제38156회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12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제38162회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Sheet1!$C$2:$C$19</c:f>
              <c:numCache>
                <c:formatCode>General</c:formatCode>
                <c:ptCount val="18"/>
                <c:pt idx="0">
                  <c:v/>
                </c:pt>
                <c:pt idx="1">
                  <c:v>10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제38152회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Sheet1!$D$2:$D$19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>10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제38158회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Sheet1!$E$2:$E$19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제38153회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Sheet1!$F$2:$F$19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10.3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제38157회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Sheet1!$G$2:$G$19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제38154회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Sheet1!$H$2:$H$19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10.4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제38165회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Sheet1!$I$2:$I$19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23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제38159회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Sheet1!$J$2:$J$19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제38155회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Sheet1!$K$2:$K$19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11.8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제38160회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Sheet1!$L$2:$L$19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19.2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제38164회 EuroStoxx50·S&amp;P500·삼성전자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Sheet1!$M$2:$M$19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14.5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제38161회 S&amp;P500·KOSPI200·SK하이닉스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Sheet1!$N$2:$N$19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21.1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제38163회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Sheet1!$O$2:$O$19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12.5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제38166회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Sheet1!$P$2:$P$19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19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제38167회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Sheet1!$Q$2:$Q$19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</c:v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제38169회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Sheet1!$R$2:$R$19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22.2</c:v>
                </c:pt>
                <c:pt idx="17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제38168회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Sheet1!$S$2:$S$19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1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제38152~38169회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2026.09.29~2026.10.07 · 일괄신고추가서류 2026.09.28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 삼성전자·SK하이닉스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10.8%로 18종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 삼성전자·SK하이닉스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23.0% (원화) · 손실 확률 15.9%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제38168·38169·38167·38166회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(6,725~8,466원)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 / 2029.10.08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80×3-75-70-60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 ±0.27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EuroStoxx50·S&amp;P500·삼성전자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22.8%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32.5%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4.03%·3.0년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8,466원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44.8%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0.24%·13.2년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2.01%·3.0년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제38168·38169·38167·38166회만 8,466원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· 조건 충족 시 연 12.0%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2027.04.02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10,600원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2027.10.05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9434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2028.04.03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11,800원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37770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2028.09.27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2233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2029.04.03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13,000원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1582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2029.10.08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13,600원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239963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711768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78696" y="4315968"/>
            <a:ext cx="146959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5655" y="4315968"/>
            <a:ext cx="1199112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87.8%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77.1%)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70% 넘게 떨어진 적이 있고(기준가의 30% 선), ② 만기에도 40%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77.1%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12.0%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13366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1462" y="3657600"/>
            <a:ext cx="274160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5622" y="3657600"/>
            <a:ext cx="38635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12.2%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 · 2차 4.8 · 3차 1.9 · 4차 1.1 · 5차 0.8 · 6차 12.2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9,634원 (-3.66%)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1.11%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96330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72207" y="3657600"/>
            <a:ext cx="655661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27867" y="3657600"/>
            <a:ext cx="554922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2~11차 20.7%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17.5%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61.9 · 2차 8.2 · 3차 3.8 · 4차 2.3 · 5차 1.6 · 6차 1.2 · 7차 0.9 · 8차 0.7 · 9차 0.6 · 10차 0.7 · 11차 0.7 · 12차 17.5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0.53% · 1차 84.5%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9,653원 (-3.47%)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1.45%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87322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22942" y="3657600"/>
            <a:ext cx="46516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88106" y="3657600"/>
            <a:ext cx="835493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59.0%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14.7%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26.3%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59.0 · 2차 7.7 · 3차 3.1 · 4차 1.9 · 5차 1.9 · 6차 26.3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63.3%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0.99% · 1차 86.0%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9,678원 (-3.22%)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제38156회는 연 12.0%를 받으면서 손실 확률이 10.8%로 지수형 평균(15.8%)보다도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18종을 손실 확률(B)과 연 수익률로 흩어 놓았습니다. 왼쪽 위가 적은 위험에 많이 받는 자리, 오른쪽 아래가 위험만 큰 자리입니다. 점 위에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11종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0.70 (18종, p=0.001)—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153쌍 중 32쌍이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75.8%만 "쿠폰 높은 쪽이 더 위험" 했습니다. 나머지 32쌍은 더 받으면서 덜 위험하거나, 덜 받으면서 더 위험했습니다.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3.5배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제38165회는 1.45%, 제38168회는 0.41%입니다.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제38165회(연 23.0% · 손실 확률 15.9%)이고, 가장 적게 받는 쪽은 제38168회(연 20.0% · 49.1%)입니다.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제38165회로 상관계수를 공시값 0.87에서 0.5까지 낮춰 봐도 손실 확률은 15.8%→21.3%에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19.0~22.2%라는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6,725원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49.1%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제38169회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7,286원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제38167회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7,251원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41.5%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0.48%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8,466원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32.5%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67.0%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0.58%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33%까지 깎입니다 — 제38168회·제38169회·제38167회·제38166회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6,725~8,466원입니다. 액면 1만원을 내고 사는 시점의 이론 값어치가 그것뿐이라는 뜻입니다. 나머지 원화 14종은 9,458원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2.7배입니다 — 제38168회·제38169회·제38167회·제38166회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32.5~49.1%. 나머지 14종 평균은 15.7%입니다. 손실이 나면 평균 84.1%를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제38168회·제38166회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6,725원입니다. 권해 드릴 수 있는 것 중 가장 높은 제38165회는 연 23.0%에 손실 확률이 15.9%입니다 — 오히려 연 3.0%p 더 받으시는데 위험은 3.1배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제38156회는 3년 안에 한 번이라도 70% 떨어진 적이 있고, 만기에도 40% 넘게 떨어져 있어야 손실입니다. 발행사가 실제 과거 시세 20년으로 5,109번 돌린 결과 손실은 0.00%였고, 같은 조건을 저희가 10만 번 다시 돌리니 10.8%였습니다. 다만 그 10.8%가 현실이 되면 평균 77.1%를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제38155·38163회 2종뿐이고, 낙인은 40%·45%입니다. 제38155회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제38156회는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제38156회는 6개월마다 6번 상환 기회가 있고, 첫 회에 끝난 경우가 백테스트 96.9%였습니다.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제38156회는 65% 배리어라 기초자산이 35% 떨어져도 첫 회에 상환됩니다. 그래도 부담스러우시면 손실 확률이 그다음으로 낮은 제38162회(11.5%, 연 10.0%)를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이번엔 그 말씀이 맞습니다. 제일 높은 건 연 23.0%인 제38165회인데, 손실 확률이 15.9%로 권해 드릴 수 있는 축입니다. 다만 수익률 순서를 그대로 따라가시면 안 됩니다 — 연 20.0%인 제38168회는 손실 확률이 49.1%로, 23.0%짜리보다 3.0%p 덜 주면서 위험은 3.1배입니다.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70%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10.8%와 손실 시 평균 77.1%를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4종(제38168·38169·38167·38166회)은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2026.10.01입니다. 숙려 후 2026.10.07까지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20260928000075)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제38166·38168회는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제38152~38169회 ELS 세일즈 제안서</dc:title>
  <dc:subject>PptxGenJS Presentation</dc:subject>
  <dc:creator>미래에셋증권</dc:creator>
  <cp:lastModifiedBy>미래에셋증권</cp:lastModifiedBy>
  <cp:revision>1</cp:revision>
  <dcterms:created xsi:type="dcterms:W3CDTF">2026-09-28T23:32:59Z</dcterms:created>
  <dcterms:modified xsi:type="dcterms:W3CDTF">2026-09-28T23:32:59Z</dcterms:modified>
</cp:coreProperties>
</file>