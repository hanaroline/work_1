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제38205회 S&amp;P500·KOSPI200·Nikkei225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제38207회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제38206회 EuroStoxx50·S&amp;P500·Nikkei225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9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제38208회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제38213회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제38211회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제38216회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9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제38209회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10.2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제38210회 EuroStoxx50·S&amp;P500·KOSPI200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제38217회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9.2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제38218회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13.5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제38212회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12.4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제38214회 S&amp;P500·KOSPI200·SK하이닉스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15.1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제38215회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18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제38222회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12.6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제38223회 삼성전자·SK하이닉스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21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제38219회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17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제38221회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17.5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제38220회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제38205~38223회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2026.10.15~2026.10.28 · 일괄신고추가서류 2026.10.14·2026.10.16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 S&amp;P500·KOSPI200·Nikkei225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8.5% · 손실 확률 12.7%로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 (원화) · 손실 확률 25.9%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제38220·38221·38219·38223회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(6,145~8,268원) · 손실 확률 과다 1종 (25.9%)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2026.10.27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 / 2029.10.29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65008" y="55046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제38222회는 청약 2026.10.15~2026.10.22 (별도 공시)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제38223회는 청약 2026.10.15~2026.10.22 (별도 공시)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 ±0.28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 (L1·75)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80-75×3-70-65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19.7%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10.67%·20.8년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7,555원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57.7% ±0.30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제38220·38221·38219회만 8,268원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S&amp;P500·KOSPI200·Nikkei225 · 조건 충족 시 연 8.5%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2027.04.26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10,425원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52.9%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2027.10.26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10,850원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239446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2028.04.25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11,275원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1064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2028.10.24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11,700원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10774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2029.04.24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12,125원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892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2029.10.29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12,550원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28.7%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846441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7885345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452273" y="4315968"/>
            <a:ext cx="176969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21970" y="4315968"/>
            <a:ext cx="1402797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71.3%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66.9%)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66.9%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8.5%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67933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47429" y="3657600"/>
            <a:ext cx="58396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1392" y="3657600"/>
            <a:ext cx="91058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 · 2차 8.1 · 3차 3.6 · 4차 3.7 · 5차 3.0 · 6차 28.7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25.5%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91.1%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9,664원 (-3.36%)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13.6%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329349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38255" y="3657600"/>
            <a:ext cx="83422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2479" y="3657600"/>
            <a:ext cx="1010310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26.3%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31.8%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 · 2차 13.3 · 3차 4.8 · 4차 4.5 · 5차 3.6 · 6차 31.8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28.2%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77.2%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9,705원 (-2.95%)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0.69%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4901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498735" y="3657600"/>
            <a:ext cx="87821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76948" y="3657600"/>
            <a:ext cx="104665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27.7%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33.0%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 · 2차 13.2 · 3차 7.7 · 4차 3.4 · 5차 3.3 · 6차 33.0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31.5%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0.02% · 1차 80.4%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9,570원 (-4.30%)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제38205회는 연 8.5%를 받으면서 손실 확률이 12.7%로 지수형 평균(17.0%)보다도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0.84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23쌍이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83.0%만 "쿠폰 높은 쪽이 더 위험" 했습니다. 23쌍은 더 받으면서 덜 위험하거나, 덜 받으면서 더 위험했습니다. 남은 6쌍은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2.3배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제38223회는 0.81%, 제38220회는 0.36%입니다.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제38223회(연 21.0% · 손실 확률 25.9%)이고, 가장 적게 받는 쪽은 제38220회(연 20.5% · 57.7%)입니다.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제38207회(값어치 멀쩡한 상품 중 1등)의 우위는 공시 상관계수 0.22에 기대고 있습니다 — 0.50로만 낮춰도 위험 1%당 수익률이 0.64%로 제38205회(0.67%)보다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17.0~21.0%라는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6,145원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57.7%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17.5%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7,555원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39.3%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82.6%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0.45%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8,268원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34.0%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66.4%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9,242원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56.8%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0.81%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39%까지 깎입니다 — 제38220회·제38221회·제38219회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6,145~8,268원입니다. 액면 1만원을 내고 사는 시점의 이론 값어치가 그것뿐이라는 뜻입니다. 나머지 원화 15종은 9,157원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2.1배입니다 — 제38220회·제38221회·제38219회·제38223회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25.9~57.7%. 나머지 15종 평균은 18.3%입니다. 손실이 나면 평균 79.4%를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제38220회·제38219회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6,145원입니다. 권하지 않는 상품을 빼고 가장 높은 제38215회는 연 18.0%에 손실 확률이 23.4%입니다 — 연 2.5%p 덜 받으시지만 위험은 2.5배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제38205회는 3년 안에 한 번이라도 65% 떨어진 적이 있고, 만기에도 30% 넘게 떨어져 있어야 손실입니다. 발행사가 실제 과거 시세 20년으로 4,711번 돌린 결과 손실은 0.00%였고, 같은 조건을 저희가 10만 번 다시 돌리니 12.7%였습니다. 다만 그 12.7%가 현실이 되면 평균 66.9%를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제38209·38216·38217회 3종뿐이고, 낙인은 40%·45%·45%입니다. 제38209회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제38205회는 조건이 맞으면 연 8.5%, 3년 25.5%입니다.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제38205회는 6개월마다 6번 상환 기회가 있고, 첫 회에 끝난 경우가 백테스트 91.1%였습니다.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제38205회는 85% 배리어라 기초자산이 15% 떨어져도 첫 회에 상환됩니다. 그래도 부담스러우시면 손실 확률이 그다음으로 낮은 제38207회(13.6%, 연 9.4%)를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21.0%인 제38223회인데 손실 확률이 25.9%입니다. 권하지 않는 상품을 빼고 가장 높은 제38215회는 연 18.0%에 손실 확률이 23.4%뿐입니다 — 연 3.0%p 덜 받으시지만 위험만 1.1배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12.7%와 손실 시 평균 66.9%를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4종(제38220·38221·38219·38223회)은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2026.10.23입니다. 숙려 후 2026.10.28까지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20261014000084 · 20261016000319)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제38219·38220회는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제38205~38223회 ELS 세일즈 제안서</dc:title>
  <dc:subject>PptxGenJS Presentation</dc:subject>
  <dc:creator>미래에셋증권</dc:creator>
  <cp:lastModifiedBy>미래에셋증권</cp:lastModifiedBy>
  <cp:revision>1</cp:revision>
  <dcterms:created xsi:type="dcterms:W3CDTF">2026-10-19T06:07:47Z</dcterms:created>
  <dcterms:modified xsi:type="dcterms:W3CDTF">2026-10-19T06:07:47Z</dcterms:modified>
</cp:coreProperties>
</file>