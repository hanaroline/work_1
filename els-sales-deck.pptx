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추천 3종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9.2</c:v>
                </c:pt>
                <c:pt idx="1">
                  <c:v/>
                </c:pt>
                <c:pt idx="2">
                  <c:v/>
                </c:pt>
                <c:pt idx="3">
                  <c:v>16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25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그 외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10.3</c:v>
                </c:pt>
                <c:pt idx="2">
                  <c:v>15.1</c:v>
                </c:pt>
                <c:pt idx="3">
                  <c:v/>
                </c:pt>
                <c:pt idx="4">
                  <c:v>11</c:v>
                </c:pt>
                <c:pt idx="5">
                  <c:v>11.6</c:v>
                </c:pt>
                <c:pt idx="6">
                  <c:v>11.4</c:v>
                </c:pt>
                <c:pt idx="7">
                  <c:v>15.5</c:v>
                </c:pt>
                <c:pt idx="8">
                  <c:v>12.1</c:v>
                </c:pt>
                <c:pt idx="9">
                  <c:v>18.4</c:v>
                </c:pt>
                <c:pt idx="10">
                  <c:v>10</c:v>
                </c:pt>
                <c:pt idx="11">
                  <c:v>12</c:v>
                </c:pt>
                <c:pt idx="12">
                  <c:v>21.5</c:v>
                </c:pt>
                <c:pt idx="13">
                  <c:v>14.7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권하지 않는 4종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17</c:v>
                </c:pt>
                <c:pt idx="16">
                  <c:v>21.3</c:v>
                </c:pt>
                <c:pt idx="17">
                  <c:v>26.1</c:v>
                </c:pt>
                <c:pt idx="18">
                  <c:v>24.9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30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제38133~38151회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2026.09.18~2026.10.01 · 일괄신고추가서류 2026.09.17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 KOSPI200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9.2% · 손실 확률 9.5%로 19종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제38151회 마이크론 테크놀로지·AMD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26.1% (원화) · 손실 확률 47.9%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제38150·38151·38149·38148회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(6,829~8,576원)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2026.09.28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2026.10.01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2026.09.30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/ 2029.10.02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417320"/>
                <a:gridCol w="457200"/>
                <a:gridCol w="1051560"/>
                <a:gridCol w="603504"/>
                <a:gridCol w="658368"/>
                <a:gridCol w="658368"/>
                <a:gridCol w="1005840"/>
                <a:gridCol w="862279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9.5%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10,021원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9,798원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90×3-85-80-70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15.2%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0.51%·20.7년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9,727원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4.16%·20.7년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2.66%·20.7년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21.9%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24.1%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24.3%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3.78%·2.9년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8,576원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테크놀로지·어플라이드 머티어리얼즈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38.3%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7,710원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47.9%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50.2%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2.03%·2.9년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6,829원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제38150·38151·38149·38148회만 8,576원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조건 충족 시 연 9.2%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2027.03.30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10,460원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2027.09.28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10,920원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16749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2028.03.28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11,380원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7239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2028.09.26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11,840원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58684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2029.03.28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12,300원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2.0%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45502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2029.10.02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12,760원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317759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9477121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044049" y="4315968"/>
            <a:ext cx="526353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570402" y="4315968"/>
            <a:ext cx="1054365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85.7%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63.2%)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60% 넘게 떨어진 적이 있고(기준가의 40% 선), ② 만기에도 30%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63.2%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9.2%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228891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96987" y="3657600"/>
            <a:ext cx="491285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8272" y="3657600"/>
            <a:ext cx="45370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70.2%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15.5%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14.3%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70.2 · 2차 7.5 · 3차 3.3 · 4차 2.6 · 5차 2.0 · 6차 14.3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27.6%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하락 경험 + 만기 30%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94.9%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9,794원 (-2.06%)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0.97%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제38141회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42738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36292" y="3657600"/>
            <a:ext cx="325228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61519" y="3657600"/>
            <a:ext cx="421269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76.5%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10.2%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13.3%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76.5 · 2차 5.6 · 3차 2.4 · 4차 1.3 · 5차 0.9 · 6차 13.3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0.39% · 1차 94.5%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9,859원 (-1.41%)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1.40%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제38143회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25.0%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24.3%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68228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932001" y="3657600"/>
            <a:ext cx="590342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522344" y="3657600"/>
            <a:ext cx="90125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53.0%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28.4%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53.0 · 2차 8.8 · 3차 4.2 · 4차 3.2 · 5차 2.5 · 6차 28.4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75.0%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1.35% · 1차 78.3%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9,694원 (-3.06%)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1.03%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제38133회는 연 9.2%를 받으면서 손실 확률이 9.5%로 지수형 평균(15.4%)보다도 낮습니다. 6개월마다 6번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19종을 손실 확률(B)과 연 수익률로 흩어 놓았습니다. 왼쪽 위가 적은 위험에 많이 받는 자리, 오른쪽 아래가 위험만 큰 자리입니다.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0.73 (19종, p&lt;0.001)— 수익률이 높은 쪽이 대체로 손실 확률도 높습니다.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171쌍 중 37쌍이 뒤집힙니다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77.2%만 "쿠폰 높은 쪽이 더 위험" 했습니다. 나머지 37쌍은 더 받으면서 덜 위험하거나, 덜 받으면서 더 위험했습니다.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2.8배 벌어집니다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제38141회는 1.40%, 제38150회는 0.50%입니다. 같은 위험을 지고도 받는 대가가 이만큼 다릅니다.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제38141회(연 16.0% · 손실 확률 11.4%)이고, 가장 적게 받는 쪽은 제38150회(연 24.9% · 50.2%)입니다.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제38141회로 상관계수를 공시값 0.94에서 0.5까지 낮춰 봐도 손실 확률은 11.4%→13.5%에 머뭅니다 — 결론이 상관계수 한 값에 얹혀 있지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17.0~26.1%라는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제38150회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24.9%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6,829원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50.2%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제38151회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26.1%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7,041원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47.9%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0.54%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제38149회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어플라이드 머티어리얼즈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21.3%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7,710원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38.3%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제38148회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8,576원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30.5%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67.3%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32%까지 깎입니다 — 제38150회·제38151회·제38149회·제38148회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6,829~8,576원입니다. 액면 1만원을 내고 사는 시점의 이론 값어치가 그것뿐이라는 뜻입니다. 나머지 원화 15종은 9,420원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2.6배입니다 — 제38150회·제38151회·제38149회·제38148회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30.5~50.2%. 나머지 15종 평균은 15.8%입니다. 손실이 나면 평균 84.7%를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2.9년뿐입니다 — 제38150회·제38148회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2.9년치입니다.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6,829원입니다. 권해 드릴 수 있는 것 중 가장 높은 제38143회는 연 25.0%에 손실 확률이 24.3%입니다 — 받는 돈은 사실상 같은데 위험은 2.1배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제38133회는 3년 안에 한 번이라도 60% 떨어진 적이 있고, 만기에도 30% 넘게 떨어져 있어야 손실입니다. 발행사가 실제 과거 시세 20년으로 5,119번 돌린 결과 손실은 0.00%였고, 같은 조건을 저희가 10만 번 다시 돌리니 9.5%였습니다. 다만 그 9.5%가 현실이 되면 평균 63.2%를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제38137·38144회 2종뿐이고, 낙인은 35%·45%입니다. 제38137회 기준 발행일에 잡히는 기준가에서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제38133회는 조건이 맞으면 연 9.2%, 3년 27.6%입니다.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제38133회는 6개월마다 6번 상환 기회가 있고, 첫 회에 끝난 경우가 백테스트 94.9%였습니다.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제38133회는 85% 배리어라 기초자산이 15% 떨어져도 첫 회에 상환됩니다. 그래도 부담스러우시면 손실 확률이 그다음으로 낮은 제38134회(10.0%, 연 10.3%)를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제일 높은 건 연 24.9%인 제38150회인데 손실 확률이 50.2%입니다. 권해 드릴 수 있는 것 중 가장 높은 제38143회는 연 25.0%에 손실 확률이 24.3%뿐입니다 — 받는 돈은 사실상 같은데 위험만 2.1배 지시는 셈입니다.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60%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9.5%와 손실 시 평균 63.2%를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4종(제38150·38151·38149·38148회)은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2026.09.28입니다. 숙려 후 2026.10.01까지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20260917000140)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제38148·38150회는 기초자산 상장이 늦어 검증 표본이 2.9년뿐입니다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제38133~38151회 ELS 세일즈 제안서</dc:title>
  <dc:subject>PptxGenJS Presentation</dc:subject>
  <dc:creator>미래에셋증권</dc:creator>
  <cp:lastModifiedBy>미래에셋증권</cp:lastModifiedBy>
  <cp:revision>1</cp:revision>
  <dcterms:created xsi:type="dcterms:W3CDTF">2026-09-20T23:33:07Z</dcterms:created>
  <dcterms:modified xsi:type="dcterms:W3CDTF">2026-09-20T23:33:07Z</dcterms:modified>
</cp:coreProperties>
</file>