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(1종)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14.2</c:v>
                </c:pt>
                <c:pt idx="1">
                  <c:v>12.5</c:v>
                </c:pt>
                <c:pt idx="2">
                  <c:v>30.6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9.7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10.1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11.5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13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15.3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17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13종. 청약 2026.10.12~2026.10.21.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2026.10.21이 아니라 10월 16일(금)이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56.0%로 지수만 담은 상품 평균(36.3%)보다 큰 것도 맞습니다. 다만 컴퓨터로 똑같이 돌려본 손해 볼 가능성은 11.3%로 지수만 담은 상품 평균(14.2%)보다 낮고, 지수만 담은 5종 중 5종보다도 낮습니다. 두 자산이 0.88만큼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56.0%로 지수만 담은 상품 평균(36.3%)보다 큰 것도 맞습니다. 다만 컴퓨터로 똑같이 돌려본 손해 볼 가능성은 12.5%로 지수만 담은 상품 평균(14.2%)보다 낮고, 지수만 담은 5종 중 3종보다도 낮습니다. 두 자산이 0.95만큼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2026.10.08 공시 원문 기준 · 전 13종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11.3%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13.0%  ·  손실 12.5%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10.7%  ·  손실 13.9%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2026.10.13(화) 12:26 — 현재 청약 진행중 34건.  개인 일반투자자 청약 마감은 10월 16일(금)입니다.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2026.10.12~2026.10.21입니다.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12일(월)~10월 16일(금)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21일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16일(금)까지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2026.10.21까지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1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9.7~23.5%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제38202회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 / 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 원금을 잃을 수 있는 상품이고, 위험등급도 가장 높은 1등급입니다. 이 문서가 붙인 등급은 안전하다는 뜻이 아니라 13종끼리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제38198회는 9,876원, 가장 나쁜 제38202회는 6,290원입니다.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22.9%입니다. 가장 낮은 제38194회 11.3%부터 가장 높은 제38202회 57.6%까지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2.1배입니다.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2003.01.02~2023.09.27 사이 매일 하루도 빠짐없이 가입했다고 치고 계산 (제38190회 5,132번)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2.1배이고, 가격 출렁임도 36% 대 68%로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제38193회가 18.6%로 종목 섞인 상품 대부분보다 위험하고, 제38194회는 11.3%로 13종 중 1번째로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제38193회는 선이 45%(이번 주에서 높은 축이라 여유가 적음)에 같이 움직임 0.21, 제38194회는 선이 35%에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87.2%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7종은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13종으로 만들 수 있는 78짝 중 60짝에서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+-0.19%p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0.31%(제38200회) ~ 1.06%(제38194회).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0.09인데, 잃을 때 얼마나 잃는지까지 곱하면 0.83로 올라갑니다. 확률이 못 잡는 부분이 손실의 크기입니다 — 지수만 담은 상품은 손해가 나면 64%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13종을 손실 확률(B)과 연 수익률로 찍었습니다. 왼쪽 위가 적은 위험에 많이 받는 자리, 오른쪽 아래가 위험만 큰 자리입니다. 점 위에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제38194회(연 12.0% · 손실 확률 11.3%)입니다.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제38200회는 연 15.3%를 받자고 손실 확률 48.7%를 집니다 — 손실 확률 1%당 0.31%뿐입니다.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3.4배까지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적용 변동성(56.0%)도,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손실 확률 11.3%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13.3%p나 더 집니다 — 손실 확률 1%당 받는 돈으로 바꾸면 1.06%에서 0.81%로 오히려 줄어듭니다. 미리 끝나는 기준선이 85-85-85-80-75-70이냐 65-65-65-65-65-60이냐가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제38202회는 연 23.5%인데 손실 확률이 57.6%나 됩니다 — 손실 확률 1%당 0.41%로 이번 회차 꼴찌입니다. 넣는 순간의 값어치가 제값보다 37.1%나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7종만 빼도 수익률과 변동성의 관계가 0.86 → 0.83로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제38194회(추천 1번) — 손실 확률 1%당 수익률 1등. 이 우위가 공시 상관 0.88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11.4% → 14.8% 오르는 데 그치고, 손실 확률 1%당 수익률은 0.81%로 여전히 이번 회차 1등입니다. 두 기초자산의 변동성이 8.6%p나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23.5%짜리도 있는데 왜 12.0%짜리를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1.5배까지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5,117번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-3.86%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70% 이상(-30%까지 떨어져도 괜찮다는 뜻)이면 그 자리에서 끝나고 1만원이 10,650원이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5,120번 중 17번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4번째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-3.97%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10,535원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10,535원이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1.58%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4,680번 중 74번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-1.24%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36.3%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제38195회(연 13%)는 바로 위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13종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55371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57.6%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6,290원밖에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2.78%를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48.7%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93%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33.9%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8,276원밖에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3.97%를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16일(금)입니다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2026.10.12~2026.10.21로 나오지만 개인 일반투자자는 10월 16일(금)까지만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9,876원부터 6,290원까지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제38194회도 서류로는 0.00%지만 똑같은 조건으로 다시 돌리면 11.3%입니다.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제38194회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16일(금)까지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2026.10.22에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2.1배입니다. 다만 제38194회는 두 자산이 거의 같이 움직이고(0.88, 1이면 완전히 같이 움직임) 원금 지키는 선이 35%로 아래에 있어서, 위험을 지는 대가로 손실 확률 1%당 연 1.06%를 줍니다 — 지수형 평균 0.75%보다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분석자료</dc:title>
  <dc:subject>PptxGenJS Presentation</dc:subject>
  <dc:creator>미래에셋증권</dc:creator>
  <cp:lastModifiedBy>미래에셋증권</cp:lastModifiedBy>
  <cp:revision>1</cp:revision>
  <dcterms:created xsi:type="dcterms:W3CDTF">2026-10-13T03:28:30Z</dcterms:created>
  <dcterms:modified xsi:type="dcterms:W3CDTF">2026-10-13T03:28:30Z</dcterms:modified>
</cp:coreProperties>
</file>