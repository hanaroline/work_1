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(9종)</c:v>
                  </c:pt>
                  <c:pt idx="1">
                    <c:v>혼합형 (1종)</c:v>
                  </c:pt>
                  <c:pt idx="2">
                    <c:v>종목형 (9종)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15.3</c:v>
                </c:pt>
                <c:pt idx="1">
                  <c:v>16.7</c:v>
                </c:pt>
                <c:pt idx="2">
                  <c:v>25.9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제38170회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9.6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제38171회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10.4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제38172회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11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제38173회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제38174회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11.4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제38175회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제38176회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12.5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제38177회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12.7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제38178회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16.2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제38179회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16.4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제38180회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18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제38181회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9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제38182회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제38183회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13.1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제38184회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23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제38185회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18.7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제38186회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20.2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제38187회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21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제38188회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14.7</c:v>
                </c:pt>
                <c:pt idx="2">
                  <c:v>15</c:v>
                </c:pt>
                <c:pt idx="3">
                  <c:v>14</c:v>
                </c:pt>
                <c:pt idx="4">
                  <c:v>20</c:v>
                </c:pt>
                <c:pt idx="5">
                  <c:v>17.3</c:v>
                </c:pt>
                <c:pt idx="6">
                  <c:v>20.5</c:v>
                </c:pt>
                <c:pt idx="7">
                  <c:v>14.7</c:v>
                </c:pt>
                <c:pt idx="8">
                  <c:v>18.5</c:v>
                </c:pt>
                <c:pt idx="9">
                  <c:v>16.7</c:v>
                </c:pt>
                <c:pt idx="10">
                  <c:v>22.1</c:v>
                </c:pt>
                <c:pt idx="11">
                  <c:v>11.1</c:v>
                </c:pt>
                <c:pt idx="12">
                  <c:v>15.1</c:v>
                </c:pt>
                <c:pt idx="13">
                  <c:v>14.3</c:v>
                </c:pt>
                <c:pt idx="14">
                  <c:v>24.5</c:v>
                </c:pt>
                <c:pt idx="15">
                  <c:v>36.9</c:v>
                </c:pt>
                <c:pt idx="16">
                  <c:v>28.9</c:v>
                </c:pt>
                <c:pt idx="17">
                  <c:v>38.3</c:v>
                </c:pt>
                <c:pt idx="18">
                  <c:v>35.1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22.3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4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19종. 청약 2026.10.02~2026.10.14.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2026.10.14이 아니라 10월 8일(목)이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55.5%로 지수만 담은 상품 평균(35.8%)보다 큰 것도 맞습니다. 손해 볼 가능성도 16.7%로 지수만 담은 상품 평균(15.3%)보다 높습니다. 그런데도 올린 이유는 안전해서가 아니라 대가가 크기 때문입니다 — 손해 볼 가능성 1%마다 연 0.98%로, 지수 상품 평균 0.73%의 1.3배입니다.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55.5%로 지수만 담은 상품 평균(35.8%)보다 큰 것도 맞습니다. 손해 볼 가능성도 24.5%로 지수만 담은 상품 평균(15.3%)보다 높습니다. 그런데도 올린 이유는 안전해서가 아니라 대가가 크기 때문입니다 — 손해 볼 가능성 1%마다 연 0.94%로, 지수 상품 평균 0.73%의 1.3배입니다.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제38170~38188회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2026.10.01 공시 원문 기준 · 전 19종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2026.10.08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2026.10.14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2026.10.15 / 2029.10.15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9.6%  ·  손실 10.3%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16.4%  ·  손실 16.7%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23.0%  ·  손실 24.5%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2026.10.03(토) 17:25 — 현재 청약 진행중 40건.  개인 일반투자자 청약 마감은 10월 8일(목)입니다.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2026.10.02~2026.10.14입니다.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2일(금)~10월 8일(목) · 7일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14일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8일(목)까지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2026.10.14까지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9 · 섞임 1 · 개별 종목 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9.0~23.0%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제38184회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2029.10.15까지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8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 원금을 잃을 수 있는 상품이고, 위험등급도 가장 높은 1등급입니다. 이 문서가 붙인 등급은 안전하다는 뜻이 아니라 19종끼리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제38170회는 9,873원, 가장 나쁜 제38187회는 7,483원입니다.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20.4%입니다. 가장 낮은 제38170회 10.3%부터 가장 높은 제38187회 38.3%까지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1.7배입니다.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2003.01.06~2023.09.22 사이 매일 하루도 빠짐없이 가입했다고 치고 계산 (제38170회 4,795번)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1.7배이고, 가격 출렁임도 36% 대 68%로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제38176회가 20.5%로 종목 섞인 상품 대부분보다 위험하고, 제38183회는 14.3%로 19종 중 4번째로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제38176회는 선이 45%(이번 주에서 높은 축이라 여유가 적음)에 같이 움직임 0.19, 제38183회는 선이 25%에 같이 움직임 0.88입니다.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0.85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6종은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19종으로 만들 수 있는 171짝 중 139짝에서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+0.79%p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0.51%(제38185회) ~ 0.98%(제38179회).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0.71인데, 잃을 때 얼마나 잃는지까지 곱하면 0.93로 올라갑니다. 확률이 못 잡는 부분이 손실의 크기입니다 — 지수만 담은 상품은 손해가 나면 62%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19종을 손실 확률(B)과 연 수익률로 찍었습니다. 왼쪽 위가 적은 위험에 많이 받는 자리, 오른쪽 아래가 위험만 큰 자리입니다. 점 위에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제38179회(연 16.4% · 손실 확률 16.7%)입니다.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제38185회는 연 18.7%를 받자고 손실 확률 36.9%를 집니다 — 손실 확률 1%당 0.51%뿐입니다.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1.9배까지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5종은 기초자산도, 적용 변동성(55.5%)도,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제38184회 손실 확률 24.5% · 연 23.0%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제38177회 손실 확률 14.7% · 연 12.7%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10.3%p 더 주지만 손실 확률은 9.8%p나 더 집니다 — 손실 확률 1%당 받는 돈으로 바꾸면 0.86%에서 0.94%로 올라갑니다. 원금 지키는 선이 35%냐 20%냐, 미리 끝나는 기준선이 85-85-85-80-75-70이냐 90-85-85-80-75-70이냐가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제38187회는 연 21.0%인데 손실 확률이 38.3%나 됩니다 — 손실 확률 1%당 0.55%로 이번 회차 꼴찌입니다. 넣는 순간의 값어치가 제값보다 25.2%나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6종만 빼도 수익률과 변동성의 관계가 0.89 → 0.85로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제38179회(추천 2번) — 손실 확률 1%당 수익률 1등. 이 우위가 공시 상관 0.94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16.7% → 20.3% 오르는 데 그치고, 손실 확률 1%당 수익률은 0.81%로 여전히 이번 회차 1등입니다. 두 기초자산의 변동성이 19.7%p나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23.0%짜리도 있는데 왜 16.4%짜리를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1.7배까지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10,480원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10,480원이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4,795번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20.4%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-1.27%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0.22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16.4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10,820원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10,820원이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5,117번 중 50번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16.7%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20.4%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9,625원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-3.75%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55.5%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11,150원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11,150원이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1.29%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5,114번 중 66번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24.5%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20.4% · 낮은 쪽 15번째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9,544원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-4.56%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55.5%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넣는 순간의 값어치가 크게 깎이지 않은 상품 중에서 골랐습니다.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19종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제38176회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3.34%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8.84%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8.70%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제38187회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1.47%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제38187회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38번이 손실 (이번 주 평균 20번)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7,483원밖에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3.0년(750번)뿐 — 큰 폭락장이 빠져 손실 1.47%를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제38185회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18.7%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36.9%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37번이 손실 (이번 주 평균 20번)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7,782원밖에 안 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제38188회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22.3%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35.1%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35번이 손실 (이번 주 평균 20번)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7,704원밖에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94%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제38186회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20번)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8,607원밖에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3.0년(750번)뿐 — 큰 폭락장이 빠져 손실 3.34%를 20년 상품과 견줄 수 없음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8일(목)입니다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2026.10.02~2026.10.14로 나오지만 개인 일반투자자는 10월 8일(목)까지만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9,873원부터 7,483원까지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제38170회도 서류로는 0.00%지만 똑같은 조건으로 다시 돌리면 10.3%입니다.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제38170회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8일(목)까지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"EuroStoxx50 · KOSPI200 · Nikkei225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10%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2026.10.15에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1.7배입니다. 다만 제38179회는 두 자산이 거의 같이 움직이고(0.94, 1이면 완전히 같이 움직임) 원금 지키는 선이 30%로 아래에 있어서, 위험을 지는 대가로 손실 확률 1%당 연 0.98%를 줍니다 — 지수형 평균 0.73%보다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2026.10.01 올라온 투자설명서 (접수번호 20261001000091)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제38170~38188회 ELS 분석자료</dc:title>
  <dc:subject>PptxGenJS Presentation</dc:subject>
  <dc:creator>미래에셋증권</dc:creator>
  <cp:lastModifiedBy>미래에셋증권</cp:lastModifiedBy>
  <cp:revision>1</cp:revision>
  <dcterms:created xsi:type="dcterms:W3CDTF">2026-10-03T08:40:39Z</dcterms:created>
  <dcterms:modified xsi:type="dcterms:W3CDTF">2026-10-03T08:40:39Z</dcterms:modified>
</cp:coreProperties>
</file>