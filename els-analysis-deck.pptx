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(9종)</c:v>
                  </c:pt>
                  <c:pt idx="1">
                    <c:v>혼합형 (3종)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19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9.4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12.4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12.7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15.1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18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9.2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13.5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17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20.5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17.5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12.6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19종. 청약 2026.10.19~2026.10.28.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2026.10.28이 아니라 10월 23일(금)이 개인 일반투자자의 마감입니다. 단, 제38222·38223회는 별도 공시(청약 2026.10.15~2026.10.22)라 개인 일반투자자 마감이 10월 19일(월)로 이미 지났습니다.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2026.10.16 공시 원문 기준 · 전 19종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8.5%  ·  손실 12.7%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9.4%  ·  손실 13.6%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10.5%  ·  손실 18.3%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2026.10.21(수) 13:12 — 현재 청약 진행중 34건.  개인 일반투자자 청약 마감은 10월 23일(금)입니다.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2026.10.19~2026.10.28입니다.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19일(월)~10월 23일(금)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23일(금)까지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제38222·38223회는 별도 공시(청약 2026.10.15~2026.10.22)라 개인 일반투자자 마감이 10월 19일(월)로 이미 지났습니다.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9 · 섞임 3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8.5~21.0%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제38223회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12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 원금을 잃을 수 있는 상품이고, 위험등급도 가장 높은 1등급입니다. 이 문서가 붙인 등급은 안전하다는 뜻이 아니라 19종끼리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제38207회는 9,705원, 가장 나쁜 제38220회는 6,145원입니다.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22.7%입니다. 가장 낮은 제38205회 12.7%부터 가장 높은 제38220회 57.7%까지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1.9배입니다.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2003.01.06~2023.10.06 사이 매일 하루도 빠짐없이 가입했다고 치고 계산 (제38205회 4,711번)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1.9배이고, 가격 출렁임도 36% 대 67%로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제38222회가 23.5%로 종목 섞인 상품 대부분보다 위험하고, 제38213회는 17.4%로 19종 중 5번째로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제38222회는 선이 45%(이번 주에서 높은 축이라 여유가 적음)에 가장 따로 노는 쌍 0.16, 제38213회는 선이 35%에 같이 움직임 0.96입니다.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41.4%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26.6%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13종은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19종으로 만들 수 있는 171짝 중 142짝에서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6종에서 수익률을 1%p 더 받을 때 손실 확률은 평균 1.99%p 오르지만, 상품마다 그 몇 배씩 들쭉날쭉합니다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0.36%(제38220회) ~ 0.81%(제38223회).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0.54인데, 잃을 때 얼마나 잃는지까지 곱하면 0.83로 올라갑니다. 확률이 못 잡는 부분이 손실의 크기입니다 — 지수만 담은 상품은 손해가 나면 62%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값어치 멀쩡한 상품 중에서 제38207회(연 9.4% · 손실 확률 13.6%)입니다.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20.5%를 받자고 손실 확률 57.7%를 집니다 — 손실 확률 1%당 0.36%뿐입니다.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2.3배까지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기간(36개월)도 똑같고 적용 변동성도 56.8~57.4%로 거의 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손실 확률 25.9% · 연 21.0%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제38212회 손실 확률 21.4% · 연 12.4%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8.6%p 더 주지만 손실 확률은 4.5%p나 더 집니다 — 손실 확률 1%당 받는 돈으로 바꾸면 0.58%에서 0.81%로 올라갑니다. 원금 지키는 선이 40%냐 25%냐, 미리 끝나는 기준선이 85-85-80-80-75-70이냐 90-85-85-80-75-70이냐가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20.5%인데 손실 확률이 57.7%나 됩니다 — 손실 확률 1%당 0.36%로 이번 회차 꼴찌입니다. 넣는 순간의 값어치가 제값보다 38.5%나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13종만 빼도 수익률과 변동성의 관계가 0.77 → 0.41로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제38207회(추천 2번) — 값어치 멀쩡한 상품 중 손실 확률 1%당 수익률 1등. 이 우위가 공시 상관 0.22~0.76에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 (모든 쌍)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0.22~0.76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서류값보다 0.1씩만 낮춰도 손실 확률 1%당 수익률이 0.65%로 제38205회(0.67%)보다 낮아져 1등을 내줍니다(0.5씩 낮추면 손실 확률 13.7% → 16.7%). 이 상품의 우위는 세 자산이 서류에 적힌 만큼(0.22~0.76) 같이 움직인다는 전제에 기대고 있습니다. 칸 머리의 −0.1 등은 3쌍 모두를 서류값에서 그만큼 낮춘 것입니다(0 아래로는 내리지 않음).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21.0%짜리도 있는데 왜 9.4%짜리를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1.4배까지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4,711번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-3.36%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10,470원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10,470원이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4,801번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-2.95%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권할 수 있는 상품 중에서 가장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40%(처음 가격에서 -60%)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0.02%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4,941번 중 1번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-4.30%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가장 높은 수익률입니다. 더 높은 회차는 값어치가 깎였거나 손실 확률이 높아 권하지 않습니다.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19종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57.7%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6,145원밖에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2.76%를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39.3%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7,555원밖에 안 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34.0%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8,268원밖에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4.21%를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25.9%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26번이 손실 (이번 주 평균 23번)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23일(금)입니다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2026.10.19~2026.10.28로 나오지만 개인 일반투자자는 10월 23일(금)까지만 청약할 수 있습니다. 제38222·38223회는 별도 공시라 10월 19일(월)에 이미 마감됐습니다.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9,705원부터 6,145원까지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제38205회도 서류로는 0.00%지만 똑같은 조건으로 다시 돌리면 12.7%입니다.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제38205회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23일(금)까지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53%가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"S&amp;P500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13%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2026.10.29에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1.9배입니다. 다만 이번 주 추천 3종은 모두 지수만 담은 상품이라, 그 걱정은 이 세 종에는 해당하지 않습니다."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분석자료</dc:title>
  <dc:subject>PptxGenJS Presentation</dc:subject>
  <dc:creator>미래에셋증권</dc:creator>
  <cp:lastModifiedBy>미래에셋증권</cp:lastModifiedBy>
  <cp:revision>1</cp:revision>
  <dcterms:created xsi:type="dcterms:W3CDTF">2026-10-21T04:13:54Z</dcterms:created>
  <dcterms:modified xsi:type="dcterms:W3CDTF">2026-10-21T04:13:54Z</dcterms:modified>
</cp:coreProperties>
</file>