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(4종)</c:v>
                  </c:pt>
                  <c:pt idx="2">
                    <c:v>종목형 (9종)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18.1</c:v>
                </c:pt>
                <c:pt idx="2">
                  <c:v>26.3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제38152회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10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제38153회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Sheet1!$C$2:$C$19</c:f>
              <c:numCache>
                <c:formatCode>General</c:formatCode>
                <c:ptCount val="18"/>
                <c:pt idx="0">
                  <c:v/>
                </c:pt>
                <c:pt idx="1">
                  <c:v>10.3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제38154회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Sheet1!$D$2:$D$19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>10.4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제38155회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Sheet1!$E$2:$E$19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11.8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제38156회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Sheet1!$F$2:$F$19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제38157회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Sheet1!$G$2:$G$19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제38158회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Sheet1!$H$2:$H$19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14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제38159회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Sheet1!$I$2:$I$19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15.6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제38160회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Sheet1!$J$2:$J$19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19.2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제38161회 S&amp;P500·KOSPI200·SK하이닉스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Sheet1!$K$2:$K$19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21.1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제38162회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Sheet1!$L$2:$L$19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제38163회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Sheet1!$M$2:$M$19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제38164회 EuroStoxx50·S&amp;P500·삼성전자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Sheet1!$N$2:$N$19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14.5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제38165회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Sheet1!$O$2:$O$19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23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제38166회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Sheet1!$P$2:$P$19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19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제38167회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Sheet1!$Q$2:$Q$19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</c:v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제38168회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Sheet1!$R$2:$R$19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20</c:v>
                </c:pt>
                <c:pt idx="17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제38169회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Sheet1!$S$2:$S$19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22.2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1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18종. 청약 2026.09.29~2026.10.07.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2026.10.07이 아니라 10월 1일(목)이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다만 컴퓨터로 똑같이 돌려본 손해 볼 가능성은 10.8%로 지수만 담은 상품 평균(15.8%)보다 낮고, 지수만 담은 5종 중 5종보다도 낮습니다. 두 자산이 0.87만큼 거의 같이 움직여서 "더 나쁜 쪽으로 판정"하는 불이익이 거의 없고, 원금 지키는 선도 30%로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손해 볼 가능성도 15.9%로 지수만 담은 상품 평균(15.8%)보다 높습니다. 그런데도 올린 이유는 안전해서가 아니라 대가가 크기 때문입니다 — 손해 볼 가능성 1%마다 연 1.45%로, 지수 상품 평균 0.72%의 2.0배입니다.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56.2%로 지수만 담은 상품 평균(36.4%)보다 큰 것도 맞습니다. 손해 볼 가능성도 21.1%로 지수만 담은 상품 평균(15.8%)보다 높습니다. 그런데도 올린 이유는 안전해서가 아니라 대가가 크기 때문입니다 — 손해 볼 가능성 1%마다 연 1.00%로, 지수 상품 평균 0.72%의 1.4배입니다.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2026.09.28 공시 원문 기준 · 전 18종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10.8%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23.0%  ·  손실 15.9%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21.1%  ·  손실 21.1%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2026.09.29(화) 08:59 — 현재 청약 진행중 20건.  개인 일반투자자 청약 마감은 10월 1일(목)입니다.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2026.09.29~2026.10.07입니다.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29일(화)~10월 1일(목) · 3일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07일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1일(목)까지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2026.10.07까지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4 · 개별 종목 9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10.0~23.0%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제38165회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 원금을 잃을 수 있는 상품이고, 위험등급도 가장 높은 1등급입니다. 이 문서가 붙인 등급은 안전하다는 뜻이 아니라 18종끼리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제38153회는 9,889원, 가장 나쁜 제38168회는 6,725원입니다.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21.6%입니다. 가장 낮은 제38156회 10.8%부터 가장 높은 제38168회 49.1%까지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1.7배입니다.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2003.01.02~2023.09.15 사이 매일 하루도 빠짐없이 가입했다고 치고 계산 (제38152회 5,124번)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1.7배이고, 가격 출렁임도 36%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제38163회가 22.8%로 종목 섞인 상품 대부분보다 위험하고, 제38156회는 10.8%로 18종 중 1번째로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제38163회는 선이 45%(이번 주에서 높은 축이라 여유가 적음)에 같이 움직임 0.03, 제38156회는 선이 30%에 같이 움직임 0.87입니다.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6.5%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5종은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18종으로 만들 수 있는 153짝 중 116짝에서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+0.49%p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0.41%(제38168회) ~ 1.45%(제38165회).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0.67인데, 잃을 때 얼마나 잃는지까지 곱하면 0.84로 올라갑니다. 확률이 못 잡는 부분이 손실의 크기입니다 — 지수만 담은 상품은 손해가 나면 62%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18종을 손실 확률(B)과 연 수익률로 찍었습니다. 왼쪽 위가 적은 위험에 많이 받는 자리, 오른쪽 아래가 위험만 큰 자리입니다. 점 위에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11종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제38165회(연 23.0% · 손실 확률 15.9%)입니다.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제38168회는 연 20.0%를 받자고 손실 확률 49.1%를 집니다 — 손실 확률 1%당 0.41%뿐입니다.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3.5배까지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5종은 기초자산도, 적용 변동성(56.2%)도,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제38158회 손실 확률 12.6% · 연 14.0%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제38162회 손실 확률 11.5% · 연 10.0%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1.1%p 차인데 수익률은 4.0%p 차입니다. 끝날 기회를 3개월마다 보느냐 6개월마다 보느냐, 그 기회가 12번이냐 6번이냐, 원금 지키는 선이 25%냐 20%냐, 미리 끝나는 기준선이 85-85-85-85-85-85-85-85-85-80-75-70이냐 75-75-75-75-70-65이냐가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제38168회는 연 20.0%인데 손실 확률이 49.1%나 됩니다 — 손실 확률 1%당 0.41%로 이번 회차 꼴찌입니다. 넣는 순간의 값어치가 제값보다 32.8%나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5종만 빼도 수익률과 변동성의 관계가 0.69 → 0.53로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제38165회(추천 2번) — 손실 확률 1%당 수익률 1등. 이 우위가 공시 상관 0.87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1.14%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15.8% → 21.3% 오르는 데 그치고, 손실 확률 1%당 수익률은 1.08%로 여전히 이번 회차 1등입니다. 두 기초자산의 변동성이 8.5%p나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"그냥 수익률 높은 순서대로 보여 주세요."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2.1배까지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-3.66%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10,575원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10,575원이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0.53%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27번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8번째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-3.47%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11,055원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11,055원이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0.99%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4,953번 중 49번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13번째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-3.22%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제38165회(연 23%)는 바로 위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18종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65099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49.1%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6,725원밖에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2.01%를 20년 돌려본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44.8%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45번이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7,286원밖에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41.5%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41번이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7,251원밖에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32.5%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33번이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8,466원밖에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4.03%를 20년 돌려본 상품과 견줄 수 없음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1일(목)입니다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2026.09.29~2026.10.07로 나오지만 개인 일반투자자는 10월 1일(목)까지만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9,889원부터 6,725원까지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제38156회도 서류로는 0.00%지만 똑같은 조건으로 다시 돌리면 10.8%입니다.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제38156회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1일(목)까지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30%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2026.10.08에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1.7배입니다. 다만 제38156회는 두 자산이 거의 같이 움직이고(0.87, 1이면 완전히 같이 움직임) 원금 지키는 선이 30%로 아래에 있어서, 위험을 지는 대가로 손실 확률 1%당 연 1.11%를 줍니다 — 지수형 평균 0.72%보다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분석자료</dc:title>
  <dc:subject>PptxGenJS Presentation</dc:subject>
  <dc:creator>미래에셋증권</dc:creator>
  <cp:lastModifiedBy>미래에셋증권</cp:lastModifiedBy>
  <cp:revision>1</cp:revision>
  <dcterms:created xsi:type="dcterms:W3CDTF">2026-09-29T00:00:40Z</dcterms:created>
  <dcterms:modified xsi:type="dcterms:W3CDTF">2026-09-29T00:00:40Z</dcterms:modified>
</cp:coreProperties>
</file>