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(5종)</c:v>
                  </c:pt>
                  <c:pt idx="1">
                    <c:v>혼합형 (4종)</c:v>
                  </c:pt>
                  <c:pt idx="2">
                    <c:v>종목형 (9종)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15.8</c:v>
                </c:pt>
                <c:pt idx="1">
                  <c:v>18.1</c:v>
                </c:pt>
                <c:pt idx="2">
                  <c:v>26.3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18종. 청약 2026.09.29~2026.10.07.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2026.10.07이 아니라 10월 1일(목)이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56.2%로 지수만 담은 상품 평균(36.4%)보다 큰 것도 맞습니다. 다만 컴퓨터로 똑같이 돌려본 손해 볼 가능성은 10.8%로 지수만 담은 상품 평균(15.8%)보다 낮고, 지수만 담은 5종 중 5종보다도 낮습니다. 두 자산이 0.87만큼 거의 같이 움직여서 "더 나쁜 쪽으로 판정"하는 불이익이 거의 없고, 원금 지키는 선도 30%로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삼성전자·SK하이닉스가 들어간 게 맞고, 가격 출렁임 56.2%로 지수만 담은 상품 평균(36.4%)보다 큰 것도 맞습니다. 손해 볼 가능성도 15.9%로 지수만 담은 상품 평균(15.8%)보다 높습니다. 그런데도 올린 이유는 안전해서가 아니라 대가가 크기 때문입니다 — 손해 볼 가능성 1%마다 연 1.45%로, 지수 상품 평균 0.72%의 2.0배입니다.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56.2%로 지수만 담은 상품 평균(36.4%)보다 큰 것도 맞습니다. 손해 볼 가능성도 21.1%로 지수만 담은 상품 평균(15.8%)보다 높습니다. 그런데도 올린 이유는 안전해서가 아니라 대가가 크기 때문입니다 — 손해 볼 가능성 1%마다 연 1.00%로, 지수 상품 평균 0.72%의 1.4배입니다.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제38152~38169회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제안서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2026.09.28 공시 원문 기준 · 전 18종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2026.10.07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2026.10.08 / 2029.10.08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12.0%  ·  손실 10.8%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23.0%  ·  손실 15.9%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제38161회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21.1%  ·  손실 21.1%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2026.09.29(화) 07:55 — 현재 청약 진행중 20건.  개인 일반투자자 청약 마감은 10월 1일(목)입니다.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2026.09.29~2026.10.07입니다.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~ 2026.10.01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29일(화)~10월 1일(목) · 3일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~ 2026.10.06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07일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2026.10.08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10월 1일(목)까지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2026.10.07까지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5 · 섞임 4 · 개별 종목 9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10.0~23.0%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60113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제38165회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434176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2029.10.08까지 · 중간에 끝날 수 있음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67215" y="2322576"/>
            <a:ext cx="215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전부 원금을 잃을 수 있는 상품이고, 위험등급도 가장 높은 1등급입니다. 이 문서가 붙인 등급은 안전하다는 뜻이 아니라 18종끼리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제38153회는 9,889원, 가장 나쁜 제38168회는 6,725원입니다.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21.6%입니다. 가장 낮은 제38156회 10.8%부터 가장 높은 제38168회 49.1%까지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1.7배입니다.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2003.01.02~2023.09.15 사이 매일 하루도 빠짐없이 가입했다고 치고 계산 (제38152회 5,124번)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17.7%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1.7배이고, 가격 출렁임도 36% 대 70%로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제38163회가 22.8%로 종목 섞인 상품 대부분보다 위험하고, 제38156회는 10.8%로 18종 중 1번째로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"두 자산이 얼마나 같이 움직이는가"였습니다. 제38163회는 선이 45%(이번 주에서 높은 축이라 여유가 적음)에 같이 움직임 0.03, 제38156회는 선이 30%에 같이 움직임 0.87입니다.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자산이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13종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0.69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6.5%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0.67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0.82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0.84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13종 = 넣는 순간의 값어치가 제값보다 5% 넘게 깎이지는 않은 상품 — 나머지 5종은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18종으로 만들 수 있는 153짝 중 116짝에서 "수익률 높은 쪽이 손실 확률도 높다"가 맞았습니다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1%p당 손실 확률 +0.49%p — 방향은 맞지만 상품마다 그 몇 배씩 들쭉날쭉합니다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7939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0.41%(제38168회) ~ 1.45%(제38165회). 정확히 비례한다면 전부 같아야 합니다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0.67인데, 잃을 때 얼마나 잃는지까지 곱하면 0.84로 올라갑니다. 확률이 못 잡는 부분이 손실의 크기입니다 — 지수만 담은 상품은 손해가 나면 62% 남짓, 개별 종목 상품은 80%가량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5종은 기초자산도, 적용 변동성(56.2%)도,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제38158회 손실 확률 12.6% · 연 14.0%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제38162회 손실 확률 11.5% · 연 10.0%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1.1%p 차인데 수익률은 4.0%p 차입니다. 끝날 기회를 3개월마다 보느냐 6개월마다 보느냐, 그 기회가 12번이냐 6번이냐, 원금 지키는 선이 25%냐 20%냐, 미리 끝나는 기준선이 85-85-85-85-85-85-85-85-85-80-75-70이냐 75-75-75-75-70-65이냐가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제38168회는 연 20.0%인데 손실 확률이 49.1%나 됩니다 — 손실 확률 1%당 0.41%로 이번 회차 꼴찌입니다. 넣는 순간의 값어치가 제값보다 32.8%나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5종만 빼도 수익률과 변동성의 관계가 0.69 → 0.53로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제38165회(추천 2번) — 손실 확률 1%당 수익률 1등. 이 우위가 공시 상관 0.87 하나에 얹혀 있는지 흔들어 봤습니다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0.87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1.14%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0.50까지 억지로 낮춰도 손실 확률은 15.8% → 21.3% 오르는 데 그치고, 손실 확률 1%당 수익률은 1.08%로 여전히 이번 회차 1등입니다. 두 기초자산의 변동성이 8.5%p나 벌어져 있어서, 같이 움직이든 말든 "더 나쁜 쪽"이 거의 항상 같은 자산이기 때문입니다. 변동성이 비슷한 짝이었다면 이렇게 버티지 못합니다.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"그냥 수익률 높은 순서대로 보여 주세요."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2.1배까지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제38156회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10,600원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65% 이상(-35%까지 떨어져도 괜찮다는 뜻)이면 그 자리에서 끝나고 1만원이 10,600원이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30%(처음 가격에서 -70%)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한 번이라도 밟았고 마지막 날에도 60%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5,109번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10.8%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평균 21.6%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9,634원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-3.66%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56.2%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제38165회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 ·  36개월  ·  3개월마다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23.0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3개월 뒤 10,575원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확인해서 처음 가격의 85% 이상(-15%까지 떨어져도 괜찮다는 뜻)이면 그 자리에서 끝나고 1만원이 10,575원이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0.53%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5,109번 중 27번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평균 21.6% · 낮은 쪽 8번째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9,653원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-3.47%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56.2%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0.87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이번 회차에서 가장 큽니다 — 같은 위험이면 여기가 제일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제38161회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21.1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11,055원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80% 이상(-20%까지 떨어져도 괜찮다는 뜻)이면 그 자리에서 끝나고 1만원이 11,055원이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0.99%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4,953번 중 49번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21.1%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 평균 21.6% · 낮은 쪽 13번째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9,678원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-3.22%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56.2%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0.17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가장 높은 수익률입니다. 넣는 순간의 값어치가 크게 깎이지 않은 상품 중에서 골랐습니다.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18종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65%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9,634원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9,889원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60% (만기만)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9,653원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제38155회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2.83%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9,596원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HSCEI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9,458원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4.03%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8,466원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AMD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7,251원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0.24%  (13년)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제38168회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2.01%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6,725원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650992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제38168회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49.1%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49번이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6,725원밖에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3.0년(745번)뿐 — 큰 폭락장이 아예 빠져 있어 손실 2.01%를 20년 돌려본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제38169회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22.2%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44.8%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45번이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7,286원밖에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95% — 이번 주에서 가장 심한 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제38167회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41.5%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41번이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7,251원밖에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95% — 이번 주에서 가장 심한 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제38166회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19.0%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32.5%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706624"/>
            <a:ext cx="22203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33번이 손실 (이번 주 평균 22번)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8,466원밖에 안 됨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과거로 돌려본 기간이 3.0년(745번)뿐 — 큰 폭락장이 아예 빠져 있어 손실 4.03%를 20년 돌려본 상품과 견줄 수 없음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481328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10월 1일(목)입니다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2026.09.29~2026.10.07로 나오지만 개인 일반투자자는 10월 1일(목)까지만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9,889원부터 6,725원까지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제38156회도 서류로는 0.00%지만 똑같은 조건으로 다시 돌리면 10.8%입니다.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017520"/>
            <a:ext cx="3527450" cy="148132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1455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145536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3712464"/>
            <a:ext cx="31616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제38156회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10월 1일(목)까지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지금까지는 대부분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"삼성전자 · SK하이닉스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30%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11%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2026.10.08에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1.7배입니다. 다만 제38156회는 두 자산이 거의 같이 움직이고(0.87, 1이면 완전히 같이 움직임) 원금 지키는 선이 30%로 아래에 있어서, 위험을 지는 대가로 손실 확률 1%당 연 1.11%를 줍니다 — 지수형 평균 0.72%보다 많습니다."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2026.09.28 올라온 투자설명서 (접수번호 20260928000075)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제38152~38169회 ELS 제안서</dc:title>
  <dc:subject>PptxGenJS Presentation</dc:subject>
  <dc:creator>미래에셋증권</dc:creator>
  <cp:lastModifiedBy>미래에셋증권</cp:lastModifiedBy>
  <cp:revision>1</cp:revision>
  <dcterms:created xsi:type="dcterms:W3CDTF">2026-09-28T23:25:58Z</dcterms:created>
  <dcterms:modified xsi:type="dcterms:W3CDTF">2026-09-28T23:25:58Z</dcterms:modified>
</cp:coreProperties>
</file>