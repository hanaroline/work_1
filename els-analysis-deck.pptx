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(9종)</c:v>
                  </c:pt>
                  <c:pt idx="1">
                    <c:v>혼합형 (2종)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15.4</c:v>
                </c:pt>
                <c:pt idx="1">
                  <c:v>12.6</c:v>
                </c:pt>
                <c:pt idx="2">
                  <c:v>30.1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19종. 청약 2026.09.18~2026.10.01.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2026.10.01이 아니라 9월 28일(월)이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55.2%로 지수만 담은 상품 평균(34.8%)보다 큰 것도 맞습니다. 다만 컴퓨터로 똑같이 돌려본 손해 볼 가능성은 11.4%로 지수만 담은 상품 평균(15.4%)보다 낮고, 지수만 담은 9종 중 7종보다도 낮습니다. 두 자산이 0.94만큼 거의 같이 움직여서 "더 나쁜 쪽으로 판정"하는 불이익이 거의 없고, 원금 지키는 선도 30%로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55.2%로 지수만 담은 상품 평균(34.8%)보다 큰 것도 맞습니다. 손해 볼 가능성도 24.3%로 지수만 담은 상품 평균(15.4%)보다 높습니다. 그런데도 올린 이유는 안전해서가 아니라 대가가 크기 때문입니다 — 손해 볼 가능성 1%마다 연 1.03%로, 지수 상품 평균 0.79%의 1.3배입니다.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제38133~38151회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2026.09.17 공시 원문 기준 · 전 19종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2026.09.28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2026.10.01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/ 2029.10.02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9.2%  ·  손실 9.5%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16.0%  ·  손실 11.4%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25.0%  ·  손실 24.3%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2026.09.21(월) 08:15 — 현재 청약 진행중 41건.  개인 일반투자자 청약 마감은 9월 28일(월)입니다.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2026.09.18~2026.10.01입니다.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18일(금)~9월 28일(월) · 11일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2026.09.30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01일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9월 28일(월)까지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2026.10.01까지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9 · 섞임 2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9.2~26.1%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제38151회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2029.10.02까지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7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 원금을 잃을 수 있는 상품이고, 위험등급도 가장 높은 1등급입니다. 이 문서가 붙인 등급은 안전하다는 뜻이 아니라 19종끼리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제38134회는 10,021원, 가장 나쁜 제38150회는 6,829원입니다.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21.3%입니다. 가장 낮은 제38133회 9.5%부터 가장 높은 제38150회 50.2%까지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2.0배입니다.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2003.01.02~2023.09.08 사이 매일 하루도 빠짐없이 가입했다고 치고 계산 (제38133회 5,119번)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2.0배이고, 가격 출렁임도 35% 대 72%로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제38146회가 24.1%로 종목 섞인 상품 대부분보다 위험하고, 제38139회는 11.1%로 19종 중 3번째로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제38146회는 선이 65%(낙인이 없어 만기에 지켜야 하는 선)에 같이 움직임 0.22, 제38139회는 선이 35%에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14종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0.88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14종 = 넣는 순간의 값어치가 제값보다 5% 넘게 깎이지는 않은 상품 — 나머지 5종은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19종으로 만들 수 있는 171짝 중 132짝에서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+0.62%p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0.50%(제38150회) ~ 1.40%(제38141회).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0.55인데, 잃을 때 얼마나 잃는지까지 곱하면 0.70로 올라갑니다. 확률이 못 잡는 부분이 손실의 크기입니다 — 지수만 담은 상품은 손해가 나면 62%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적용 변동성(55.2%)도,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 손실 확률 24.3% · 연 25.0%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제38139회 손실 확률 11.1% · 연 15.1%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9.9%p 더 주지만 손실 확률은 13.2%p나 더 집니다 — 손실 확률 1%당 받는 돈으로 바꾸면 1.36%에서 1.03%로 오히려 줄어듭니다. 미리 끝나는 기준선이 85-85-85-80-75-70이냐 65-65-65-65-65-60이냐가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제38150회는 연 24.9%인데 손실 확률이 50.2%나 됩니다 — 손실 확률 1%당 0.50%로 이번 회차 꼴찌입니다. 넣는 순간의 값어치가 제값보다 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5종만 빼도 수익률과 변동성의 관계가 0.89 → 0.88로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제38141회(추천 1번) — 손실 확률 1%당 수익률 1등. 이 우위가 공시 상관 0.94 하나에 얹혀 있는지 흔들어 봤습니다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1.19%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11.4% → 13.5% 오르는 데 그치고, 손실 확률 1%당 수익률은 1.19%로 여전히 이번 회차 1등입니다. 두 기초자산의 변동성이 19.8%p나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26.1%짜리도 있는데 왜 16.0%짜리를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2.7배까지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10,460원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하나만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10,460원이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40%(처음 가격에서 -60%)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5,119번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21.3%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9,794원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-2.06%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35.5%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 하나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10,800원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70% 이상(-30%까지 떨어져도 괜찮다는 뜻)이면 그 자리에서 끝나고 1만원이 10,800원이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0.39%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5,107번 중 20번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21.3% · 낮은 쪽 4번째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-1.41%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11,250원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11,250원이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1.35%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5,104번 중 69번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21.3% · 낮은 쪽 15번째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9,694원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-3.06%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넣는 순간의 값어치가 크게 깎이지 않은 상품 중에서 골랐습니다.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19종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10,021원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3.78%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제38149회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어플라이드 머티어리얼즈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2.03%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6,829원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24.9%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50.2%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21번)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6,829원밖에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2.9년(740번)뿐 — 큰 폭락장이 아예 빠져 있어 손실 2.03%를 20년 돌려본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47.9%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48번이 손실 (이번 주 평균 21번)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7,041원밖에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제38149회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어플라이드 머티어리얼즈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38.3%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38번이 손실 (이번 주 평균 21번)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7,710원밖에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30.5%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30번이 손실 (이번 주 평균 21번)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8,576원밖에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2.9년(740번)뿐 — 큰 폭락장이 아예 빠져 있어 손실 3.78%를 20년 돌려본 상품과 견줄 수 없음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9월 28일(월)입니다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2026.09.18~2026.10.01로 나오지만 개인 일반투자자는 9월 28일(월)까지만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10,021원부터 6,829원까지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제38133회도 서류로는 0.00%지만 똑같은 조건으로 다시 돌리면 9.5%입니다.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제38133회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9월 28일(월)까지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40%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10%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2026.10.02에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2.0배입니다. 다만 제38141회는 두 자산이 거의 같이 움직이고(0.94, 1이면 완전히 같이 움직임) 원금 지키는 선이 30%로 아래에 있어서, 위험을 지는 대가로 손실 확률 1%당 연 1.40%를 줍니다 — 지수형 평균 0.79%보다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2026.09.17 올라온 투자설명서 (접수번호 20260917000140)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제38133~38151회 ELS 제안서</dc:title>
  <dc:subject>PptxGenJS Presentation</dc:subject>
  <dc:creator>미래에셋증권</dc:creator>
  <cp:lastModifiedBy>미래에셋증권</cp:lastModifiedBy>
  <cp:revision>1</cp:revision>
  <dcterms:created xsi:type="dcterms:W3CDTF">2026-09-21T00:40:28Z</dcterms:created>
  <dcterms:modified xsi:type="dcterms:W3CDTF">2026-09-21T00:40:28Z</dcterms:modified>
</cp:coreProperties>
</file>