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(8종)</c:v>
                  </c:pt>
                  <c:pt idx="1">
                    <c:v>혼합형 (2종)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15.7</c:v>
                </c:pt>
                <c:pt idx="1">
                  <c:v>15.5</c:v>
                </c:pt>
                <c:pt idx="2">
                  <c:v>37.9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제38225회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제38226회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  <c:pt idx="0">
                  <c:v/>
                </c:pt>
                <c:pt idx="1">
                  <c:v>9.1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제38227회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Sheet1!$D$2:$D$18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>9.8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제38228회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Sheet1!$E$2:$E$18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제38229회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Sheet1!$F$2:$F$18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제38230회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Sheet1!$G$2:$G$18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제38231회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Sheet1!$H$2:$H$18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12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제38232회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Sheet1!$I$2:$I$18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13.8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제38233회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Sheet1!$J$2:$J$18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18.5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제38234회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Sheet1!$K$2:$K$18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9.6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제38235회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Sheet1!$L$2:$L$18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제38236회 KOSPI200·삼성전자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Sheet1!$M$2:$M$18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12.9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제38237회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Sheet1!$N$2:$N$18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제38238회 팔란티어 테크·AMD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Sheet1!$O$2:$O$18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17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제38239회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Sheet1!$P$2:$P$18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</c:v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제38240회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Sheet1!$Q$2:$Q$18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15.1</c:v>
                </c:pt>
                <c:pt idx="16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제38241회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Sheet1!$R$2:$R$18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23.1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2026.10.26~2026.11.04.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2026.11.04이 아니라 10월 30일(금)이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54.4%로 지수만 담은 상품 평균(34.2%)보다 큰 것도 맞습니다. 손해 볼 가능성도 15.9%로 지수만 담은 상품 평균(15.7%)보다 높습니다. 그런데도 올린 이유는 안전해서가 아니라 대가가 크기 때문입니다 — 손해 볼 가능성 1%마다 연 0.87%로, 지수 상품 평균 0.68%의 1.3배입니다.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삼성전자가 들어간 게 맞고, 가격 출렁임 45.7%로 지수만 담은 상품 평균(34.2%)보다 큰 것도 맞습니다. 다만 컴퓨터로 똑같이 돌려본 손해 볼 가능성은 15.1%로 지수만 담은 상품 평균(15.7%)보다 낮고, 지수만 담은 8종 중 4종보다도 낮습니다. 두 자산이 0.96만큼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제38225~38241회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2026.10.23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2026.10.30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2026.11.04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2026.11.05 / 2029.11.05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9.1%  ·  손실 10.0%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제38232회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13.8%  ·  손실 15.9%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12.9%  ·  손실 15.1%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2026.10.26(월) 08:28 — 현재 청약 진행중 18건.  개인 일반투자자 청약 마감은 10월 30일(금)입니다.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2026.10.26~2026.11.04입니다.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2026.10.30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26일(월)~10월 30일(금)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2026.11.02 ~ 2026.11.03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11월 04일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30일(금)까지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2026.11.04까지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8 · 섞임 2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8.5~23.1%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제38241회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2029.11.05까지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8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제38226회는 9,856원, 가장 나쁜 제38241회는 6,131원입니다.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24.8%입니다. 가장 낮은 제38226회 10.0%부터 가장 높은 제38241회 58.2%까지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2.4배입니다.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2003.01.02~2023.10.13 사이 매일 하루도 빠짐없이 가입했다고 치고 계산 (제38225회 5,139번)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2.4배이고, 가격 출렁임도 34% 대 76%로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제38235회가 21.8%로 종목 섞인 제38231·38236·38232회보다 위험하고, 제38231회는 13.5%로 17종 중 4번째로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"기초자산끼리 얼마나 같이 움직이는가"였습니다. 제38235회는 선이 45%(이번 주에서 높은 축이라 여유가 적음)에 가장 따로 노는 쌍 0.03, 제38231회는 선이 35%에 같이 움직임 0.89입니다.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3.4%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12.3%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3.2%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9종 = 넣는 순간의 값어치가 제값보다 5% 넘게 깎이지는 않은 상품 — 나머지 8종은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107짝에서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9종에서 수익률을 1%p 더 받을 때 손실 확률은 평균 0.73%p 오르지만, 상품마다 그 몇 배씩 들쭉날쭉합니다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0.25%(제38239회) ~ 0.91%(제38226회).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0.55인데, 잃을 때 얼마나 잃는지까지 곱하면 0.71로 올라갑니다. 확률이 못 잡는 부분이 손실의 크기입니다 — 지수만 담은 상품은 손해가 나면 62% 남짓, 개별 종목 상품은 79%가량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17종을 손실 확률(B)과 연 수익률로 찍었습니다. 왼쪽 위가 적은 위험에 많이 받는 자리, 오른쪽 아래가 위험만 큰 자리입니다. PPT 파일에서는 점에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10종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제38226회(연 9.1% · 손실 확률 10.0%)입니다.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제38239회는 연 12.0%를 받자고 손실 확률 48.6%를 집니다 — 손실 확률 1%당 0.25%뿐입니다.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3.6배까지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3종은 기초자산도, 적용 변동성(54.4%)도,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제38237회 손실 확률 24.6% · 연 20.0%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제38231회 손실 확률 13.5% · 연 12.0%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8.0%p 더 주지만 손실 확률은 11.1%p나 더 집니다 — 손실 확률 1%당 받는 돈으로 바꾸면 0.89%에서 0.81%로 오히려 줄어듭니다. 원금 지키는 선이 40%냐 35%냐, 미리 끝나는 기준선이 85-85-85-80-75-70이냐 70-70-70-70-70-65이냐가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제38241회는 연 23.1%인데 손실 확률이 58.2%나 됩니다 — 손실 확률 1%당 0.40%뿐입니다. 넣는 순간의 값어치가 제값보다 38.7%나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8종만 빼도 수익률과 변동성의 관계가 0.80 → 0.71로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제38226회(추천 1번) — 손실 확률 1%당 수익률 1등. 이 우위가 공시 상관 0.22~0.77에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 (모든 쌍)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0.22~0.77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서류값보다 0.1씩만 낮춰도 손실 확률 1%당 수익률이 0.86%로 제38231회(0.89%)보다 낮아져 1등을 내줍니다(0.5씩 낮추면 손실 확률 10.1% → 12.5%). 이 상품의 우위는 세 자산이 서류에 적힌 만큼(0.22~0.77) 같이 움직인다는 전제에 기대고 있습니다. 칸 머리의 −0.1 등은 3쌍 모두를 서류값에서 그만큼 낮춘 것입니다(0 아래로는 내리지 않음). 서류값 칸은 따로 다시 돌린 값이라 앞 숫자(0.91%)와 끝자리가 조금 다릅니다.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23.1%짜리도 있는데 왜 9.1%짜리를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1.8배까지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10,455원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10,455원이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4,805번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24.8%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9,856원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-1.44%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0.22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제38232회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13.8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10,690원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80% 이상(-20%까지 떨어져도 괜찮다는 뜻)이면 그 자리에서 끝나고 1만원이 10,690원이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0.94%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5,127번 중 48번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24.8% · 낮은 쪽 7번째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9,525원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-4.75%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54.4%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0.95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값어치 멀쩡한 상품 중에서는 앞 자리에 오른 제38226회 다음으로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12.9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10,645원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10,645원이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5,136번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15.1%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24.8% · 낮은 쪽 6번째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9,647원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-3.53%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45.7%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0.96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제38232회(연 13.8%)는 앞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0.18%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6,772원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1.96%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6,417원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팔란티어 테크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2.36%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6,677원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6,131원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431536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23.1%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58.2%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6,131원밖에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3.0년(765번)뿐 — 큰 폭락장이 빠져 손실 2.48%를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제38238회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팔란티어 테크 · AMD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49.3%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6,677원밖에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3.0년(764번)뿐 — 큰 폭락장이 빠져 손실 2.36%를 20년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제38239회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48.6%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6,417원밖에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3.0년(765번)뿐 — 큰 폭락장이 빠져 손실 1.96%를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15.1%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47.9%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48번이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6,772원밖에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94% — 이번 주에서 가장 심한 축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30일(금)입니다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2026.10.26~2026.11.04로 나오지만 개인 일반투자자는 10월 30일(금)까지만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9,856원부터 6,131원까지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제38226회도 서류로는 0.00%지만 똑같은 조건으로 다시 돌리면 10.0%입니다.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제38226회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30일(금)까지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56%가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"EuroStoxx50 · KOSPI200 · Nikkei225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10%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2026.11.05에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2.4배입니다. 다만 제38232회는 두 자산이 거의 같이 움직이고(0.95, 1이면 완전히 같이 움직임) 원금 지키는 선이 30%로 아래에 있어서, 위험을 지는 대가로 손실 확률 1%당 연 0.87%를 줍니다 — 지수형 평균 0.68%보다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제38225~38241회 ELS 분석자료</dc:title>
  <dc:subject>PptxGenJS Presentation</dc:subject>
  <dc:creator>미래에셋증권</dc:creator>
  <cp:lastModifiedBy>미래에셋증권</cp:lastModifiedBy>
  <cp:revision>1</cp:revision>
  <dcterms:created xsi:type="dcterms:W3CDTF">2026-10-25T23:29:27Z</dcterms:created>
  <dcterms:modified xsi:type="dcterms:W3CDTF">2026-10-25T23:29:27Z</dcterms:modified>
</cp:coreProperties>
</file>